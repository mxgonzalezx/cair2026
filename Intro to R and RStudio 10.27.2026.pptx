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pptx" ContentType="application/vnd.openxmlformats-officedocument.presentationml.presentation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1"/>
  </p:notesMasterIdLst>
  <p:handoutMasterIdLst>
    <p:handoutMasterId r:id="rId32"/>
  </p:handoutMasterIdLst>
  <p:sldIdLst>
    <p:sldId id="313" r:id="rId2"/>
    <p:sldId id="331" r:id="rId3"/>
    <p:sldId id="364" r:id="rId4"/>
    <p:sldId id="353" r:id="rId5"/>
    <p:sldId id="315" r:id="rId6"/>
    <p:sldId id="350" r:id="rId7"/>
    <p:sldId id="351" r:id="rId8"/>
    <p:sldId id="352" r:id="rId9"/>
    <p:sldId id="360" r:id="rId10"/>
    <p:sldId id="378" r:id="rId11"/>
    <p:sldId id="361" r:id="rId12"/>
    <p:sldId id="362" r:id="rId13"/>
    <p:sldId id="363" r:id="rId14"/>
    <p:sldId id="356" r:id="rId15"/>
    <p:sldId id="357" r:id="rId16"/>
    <p:sldId id="358" r:id="rId17"/>
    <p:sldId id="359" r:id="rId18"/>
    <p:sldId id="365" r:id="rId19"/>
    <p:sldId id="369" r:id="rId20"/>
    <p:sldId id="367" r:id="rId21"/>
    <p:sldId id="368" r:id="rId22"/>
    <p:sldId id="372" r:id="rId23"/>
    <p:sldId id="370" r:id="rId24"/>
    <p:sldId id="371" r:id="rId25"/>
    <p:sldId id="375" r:id="rId26"/>
    <p:sldId id="376" r:id="rId27"/>
    <p:sldId id="379" r:id="rId28"/>
    <p:sldId id="377" r:id="rId29"/>
    <p:sldId id="373" r:id="rId30"/>
  </p:sldIdLst>
  <p:sldSz cx="12192000" cy="6858000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8B57"/>
    <a:srgbClr val="D9D9D9"/>
    <a:srgbClr val="F7F7F7"/>
    <a:srgbClr val="0000FF"/>
    <a:srgbClr val="65717B"/>
    <a:srgbClr val="17212A"/>
    <a:srgbClr val="FAF9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12FC0E-870E-4172-A80B-AAB931EC252A}" v="8" dt="2026-10-28T17:47:54.7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06" autoAdjust="0"/>
    <p:restoredTop sz="94660"/>
  </p:normalViewPr>
  <p:slideViewPr>
    <p:cSldViewPr snapToGrid="0">
      <p:cViewPr>
        <p:scale>
          <a:sx n="75" d="100"/>
          <a:sy n="75" d="100"/>
        </p:scale>
        <p:origin x="63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Gonzalez" userId="22d747ed-a94c-4005-9b4f-8986c6f0ab7e" providerId="ADAL" clId="{DE09BBA1-38E2-4BDE-AC4B-1FFB8B9CBB6D}"/>
    <pc:docChg chg="undo custSel addSld delSld modSld sldOrd">
      <pc:chgData name="Michael Gonzalez" userId="22d747ed-a94c-4005-9b4f-8986c6f0ab7e" providerId="ADAL" clId="{DE09BBA1-38E2-4BDE-AC4B-1FFB8B9CBB6D}" dt="2026-10-28T17:52:53.881" v="2026" actId="22"/>
      <pc:docMkLst>
        <pc:docMk/>
      </pc:docMkLst>
      <pc:sldChg chg="addSp delSp modSp mod">
        <pc:chgData name="Michael Gonzalez" userId="22d747ed-a94c-4005-9b4f-8986c6f0ab7e" providerId="ADAL" clId="{DE09BBA1-38E2-4BDE-AC4B-1FFB8B9CBB6D}" dt="2026-10-24T22:21:27.483" v="595" actId="20577"/>
        <pc:sldMkLst>
          <pc:docMk/>
          <pc:sldMk cId="836067375" sldId="313"/>
        </pc:sldMkLst>
        <pc:spChg chg="mod">
          <ac:chgData name="Michael Gonzalez" userId="22d747ed-a94c-4005-9b4f-8986c6f0ab7e" providerId="ADAL" clId="{DE09BBA1-38E2-4BDE-AC4B-1FFB8B9CBB6D}" dt="2026-10-19T02:07:14.212" v="2" actId="14100"/>
          <ac:spMkLst>
            <pc:docMk/>
            <pc:sldMk cId="836067375" sldId="313"/>
            <ac:spMk id="2" creationId="{416DB8E1-4BFD-045E-48CA-F683C537B926}"/>
          </ac:spMkLst>
        </pc:spChg>
        <pc:spChg chg="mod">
          <ac:chgData name="Michael Gonzalez" userId="22d747ed-a94c-4005-9b4f-8986c6f0ab7e" providerId="ADAL" clId="{DE09BBA1-38E2-4BDE-AC4B-1FFB8B9CBB6D}" dt="2026-10-24T22:21:27.483" v="595" actId="20577"/>
          <ac:spMkLst>
            <pc:docMk/>
            <pc:sldMk cId="836067375" sldId="313"/>
            <ac:spMk id="3" creationId="{8D5BAE21-C959-0B4C-CA07-12C818905F82}"/>
          </ac:spMkLst>
        </pc:spChg>
        <pc:spChg chg="mod">
          <ac:chgData name="Michael Gonzalez" userId="22d747ed-a94c-4005-9b4f-8986c6f0ab7e" providerId="ADAL" clId="{DE09BBA1-38E2-4BDE-AC4B-1FFB8B9CBB6D}" dt="2026-10-24T22:03:14.972" v="472" actId="1076"/>
          <ac:spMkLst>
            <pc:docMk/>
            <pc:sldMk cId="836067375" sldId="313"/>
            <ac:spMk id="5" creationId="{F23E9B90-B180-9093-9476-DCB43B879F90}"/>
          </ac:spMkLst>
        </pc:spChg>
        <pc:picChg chg="add mod ord">
          <ac:chgData name="Michael Gonzalez" userId="22d747ed-a94c-4005-9b4f-8986c6f0ab7e" providerId="ADAL" clId="{DE09BBA1-38E2-4BDE-AC4B-1FFB8B9CBB6D}" dt="2026-10-24T22:10:46.703" v="533" actId="14100"/>
          <ac:picMkLst>
            <pc:docMk/>
            <pc:sldMk cId="836067375" sldId="313"/>
            <ac:picMk id="16" creationId="{770BBAB8-F63C-5E9D-5ADD-D21D2E68F801}"/>
          </ac:picMkLst>
        </pc:picChg>
        <pc:picChg chg="add mod">
          <ac:chgData name="Michael Gonzalez" userId="22d747ed-a94c-4005-9b4f-8986c6f0ab7e" providerId="ADAL" clId="{DE09BBA1-38E2-4BDE-AC4B-1FFB8B9CBB6D}" dt="2026-10-24T22:10:28.985" v="532" actId="14100"/>
          <ac:picMkLst>
            <pc:docMk/>
            <pc:sldMk cId="836067375" sldId="313"/>
            <ac:picMk id="28" creationId="{5134A369-6F29-551B-6F51-9077669EFADB}"/>
          </ac:picMkLst>
        </pc:picChg>
      </pc:sldChg>
      <pc:sldChg chg="addSp delSp modSp mod">
        <pc:chgData name="Michael Gonzalez" userId="22d747ed-a94c-4005-9b4f-8986c6f0ab7e" providerId="ADAL" clId="{DE09BBA1-38E2-4BDE-AC4B-1FFB8B9CBB6D}" dt="2026-10-25T04:40:13.464" v="1274" actId="478"/>
        <pc:sldMkLst>
          <pc:docMk/>
          <pc:sldMk cId="1509155071" sldId="315"/>
        </pc:sldMkLst>
        <pc:spChg chg="add mod">
          <ac:chgData name="Michael Gonzalez" userId="22d747ed-a94c-4005-9b4f-8986c6f0ab7e" providerId="ADAL" clId="{DE09BBA1-38E2-4BDE-AC4B-1FFB8B9CBB6D}" dt="2026-10-19T02:36:14.443" v="16" actId="1076"/>
          <ac:spMkLst>
            <pc:docMk/>
            <pc:sldMk cId="1509155071" sldId="315"/>
            <ac:spMk id="2" creationId="{4B34A16A-1191-8457-03C0-076D8C750B7F}"/>
          </ac:spMkLst>
        </pc:spChg>
        <pc:spChg chg="mod">
          <ac:chgData name="Michael Gonzalez" userId="22d747ed-a94c-4005-9b4f-8986c6f0ab7e" providerId="ADAL" clId="{DE09BBA1-38E2-4BDE-AC4B-1FFB8B9CBB6D}" dt="2026-10-19T02:40:04.408" v="20" actId="207"/>
          <ac:spMkLst>
            <pc:docMk/>
            <pc:sldMk cId="1509155071" sldId="315"/>
            <ac:spMk id="7" creationId="{FABD8245-B2B8-8470-D0C2-C31F0576B8B4}"/>
          </ac:spMkLst>
        </pc:spChg>
      </pc:sldChg>
      <pc:sldChg chg="addSp delSp modSp mod ord">
        <pc:chgData name="Michael Gonzalez" userId="22d747ed-a94c-4005-9b4f-8986c6f0ab7e" providerId="ADAL" clId="{DE09BBA1-38E2-4BDE-AC4B-1FFB8B9CBB6D}" dt="2026-10-24T22:18:34.706" v="545" actId="1076"/>
        <pc:sldMkLst>
          <pc:docMk/>
          <pc:sldMk cId="1408170904" sldId="331"/>
        </pc:sldMkLst>
        <pc:spChg chg="mod">
          <ac:chgData name="Michael Gonzalez" userId="22d747ed-a94c-4005-9b4f-8986c6f0ab7e" providerId="ADAL" clId="{DE09BBA1-38E2-4BDE-AC4B-1FFB8B9CBB6D}" dt="2026-10-24T21:45:39.463" v="407" actId="1076"/>
          <ac:spMkLst>
            <pc:docMk/>
            <pc:sldMk cId="1408170904" sldId="331"/>
            <ac:spMk id="5" creationId="{6E80D7F2-4926-3047-6414-C44C223C8457}"/>
          </ac:spMkLst>
        </pc:spChg>
        <pc:picChg chg="add">
          <ac:chgData name="Michael Gonzalez" userId="22d747ed-a94c-4005-9b4f-8986c6f0ab7e" providerId="ADAL" clId="{DE09BBA1-38E2-4BDE-AC4B-1FFB8B9CBB6D}" dt="2026-10-24T22:11:22.928" v="534" actId="22"/>
          <ac:picMkLst>
            <pc:docMk/>
            <pc:sldMk cId="1408170904" sldId="331"/>
            <ac:picMk id="9" creationId="{70501264-6557-6DF8-823A-C1841036751E}"/>
          </ac:picMkLst>
        </pc:picChg>
      </pc:sldChg>
      <pc:sldChg chg="addSp delSp modSp mod">
        <pc:chgData name="Michael Gonzalez" userId="22d747ed-a94c-4005-9b4f-8986c6f0ab7e" providerId="ADAL" clId="{DE09BBA1-38E2-4BDE-AC4B-1FFB8B9CBB6D}" dt="2026-10-25T04:39:55.451" v="1273" actId="478"/>
        <pc:sldMkLst>
          <pc:docMk/>
          <pc:sldMk cId="1827584425" sldId="350"/>
        </pc:sldMkLst>
        <pc:picChg chg="add">
          <ac:chgData name="Michael Gonzalez" userId="22d747ed-a94c-4005-9b4f-8986c6f0ab7e" providerId="ADAL" clId="{DE09BBA1-38E2-4BDE-AC4B-1FFB8B9CBB6D}" dt="2026-10-24T22:19:36.777" v="556" actId="22"/>
          <ac:picMkLst>
            <pc:docMk/>
            <pc:sldMk cId="1827584425" sldId="350"/>
            <ac:picMk id="12" creationId="{8D8CB9C4-286D-F4D7-0F7B-0FE0FA9115E6}"/>
          </ac:picMkLst>
        </pc:picChg>
      </pc:sldChg>
      <pc:sldChg chg="addSp delSp modSp mod">
        <pc:chgData name="Michael Gonzalez" userId="22d747ed-a94c-4005-9b4f-8986c6f0ab7e" providerId="ADAL" clId="{DE09BBA1-38E2-4BDE-AC4B-1FFB8B9CBB6D}" dt="2026-10-25T04:39:30.895" v="1272" actId="478"/>
        <pc:sldMkLst>
          <pc:docMk/>
          <pc:sldMk cId="2288274336" sldId="351"/>
        </pc:sldMkLst>
        <pc:picChg chg="add">
          <ac:chgData name="Michael Gonzalez" userId="22d747ed-a94c-4005-9b4f-8986c6f0ab7e" providerId="ADAL" clId="{DE09BBA1-38E2-4BDE-AC4B-1FFB8B9CBB6D}" dt="2026-10-24T22:19:40.087" v="558" actId="22"/>
          <ac:picMkLst>
            <pc:docMk/>
            <pc:sldMk cId="2288274336" sldId="351"/>
            <ac:picMk id="10" creationId="{767CBC67-B7CD-D272-51DD-B8D03C2A8726}"/>
          </ac:picMkLst>
        </pc:picChg>
      </pc:sldChg>
      <pc:sldChg chg="addSp delSp mod">
        <pc:chgData name="Michael Gonzalez" userId="22d747ed-a94c-4005-9b4f-8986c6f0ab7e" providerId="ADAL" clId="{DE09BBA1-38E2-4BDE-AC4B-1FFB8B9CBB6D}" dt="2026-10-25T04:39:20.465" v="1271" actId="478"/>
        <pc:sldMkLst>
          <pc:docMk/>
          <pc:sldMk cId="1132598912" sldId="352"/>
        </pc:sldMkLst>
        <pc:picChg chg="add">
          <ac:chgData name="Michael Gonzalez" userId="22d747ed-a94c-4005-9b4f-8986c6f0ab7e" providerId="ADAL" clId="{DE09BBA1-38E2-4BDE-AC4B-1FFB8B9CBB6D}" dt="2026-10-24T22:19:43.817" v="560" actId="22"/>
          <ac:picMkLst>
            <pc:docMk/>
            <pc:sldMk cId="1132598912" sldId="352"/>
            <ac:picMk id="12" creationId="{1393750E-DE43-2749-0E3C-C7B68606AD19}"/>
          </ac:picMkLst>
        </pc:picChg>
      </pc:sldChg>
      <pc:sldChg chg="addSp delSp modSp mod">
        <pc:chgData name="Michael Gonzalez" userId="22d747ed-a94c-4005-9b4f-8986c6f0ab7e" providerId="ADAL" clId="{DE09BBA1-38E2-4BDE-AC4B-1FFB8B9CBB6D}" dt="2026-10-24T22:21:42.487" v="596" actId="22"/>
        <pc:sldMkLst>
          <pc:docMk/>
          <pc:sldMk cId="3638319939" sldId="353"/>
        </pc:sldMkLst>
        <pc:picChg chg="add">
          <ac:chgData name="Michael Gonzalez" userId="22d747ed-a94c-4005-9b4f-8986c6f0ab7e" providerId="ADAL" clId="{DE09BBA1-38E2-4BDE-AC4B-1FFB8B9CBB6D}" dt="2026-10-24T22:21:42.487" v="596" actId="22"/>
          <ac:picMkLst>
            <pc:docMk/>
            <pc:sldMk cId="3638319939" sldId="353"/>
            <ac:picMk id="11" creationId="{40D1F255-E35C-1568-82F7-A5DBEE564DD9}"/>
          </ac:picMkLst>
        </pc:picChg>
        <pc:picChg chg="add">
          <ac:chgData name="Michael Gonzalez" userId="22d747ed-a94c-4005-9b4f-8986c6f0ab7e" providerId="ADAL" clId="{DE09BBA1-38E2-4BDE-AC4B-1FFB8B9CBB6D}" dt="2026-10-19T03:46:28.742" v="25"/>
          <ac:picMkLst>
            <pc:docMk/>
            <pc:sldMk cId="3638319939" sldId="353"/>
            <ac:picMk id="16" creationId="{F0DE964C-11FB-1D57-D8C7-EDFD778AAF6B}"/>
          </ac:picMkLst>
        </pc:picChg>
        <pc:picChg chg="add">
          <ac:chgData name="Michael Gonzalez" userId="22d747ed-a94c-4005-9b4f-8986c6f0ab7e" providerId="ADAL" clId="{DE09BBA1-38E2-4BDE-AC4B-1FFB8B9CBB6D}" dt="2026-10-19T03:47:15.952" v="26"/>
          <ac:picMkLst>
            <pc:docMk/>
            <pc:sldMk cId="3638319939" sldId="353"/>
            <ac:picMk id="17" creationId="{6671C306-6D1E-FF9D-8578-6F76C20B595D}"/>
          </ac:picMkLst>
        </pc:picChg>
      </pc:sldChg>
      <pc:sldChg chg="addSp delSp mod">
        <pc:chgData name="Michael Gonzalez" userId="22d747ed-a94c-4005-9b4f-8986c6f0ab7e" providerId="ADAL" clId="{DE09BBA1-38E2-4BDE-AC4B-1FFB8B9CBB6D}" dt="2026-10-25T04:44:12.746" v="1296" actId="22"/>
        <pc:sldMkLst>
          <pc:docMk/>
          <pc:sldMk cId="42109194" sldId="356"/>
        </pc:sldMkLst>
        <pc:picChg chg="add">
          <ac:chgData name="Michael Gonzalez" userId="22d747ed-a94c-4005-9b4f-8986c6f0ab7e" providerId="ADAL" clId="{DE09BBA1-38E2-4BDE-AC4B-1FFB8B9CBB6D}" dt="2026-10-25T04:44:12.746" v="1296" actId="22"/>
          <ac:picMkLst>
            <pc:docMk/>
            <pc:sldMk cId="42109194" sldId="356"/>
            <ac:picMk id="7" creationId="{A92AD98C-8E6B-6B61-4708-810CC4EF501E}"/>
          </ac:picMkLst>
        </pc:picChg>
      </pc:sldChg>
      <pc:sldChg chg="addSp delSp mod">
        <pc:chgData name="Michael Gonzalez" userId="22d747ed-a94c-4005-9b4f-8986c6f0ab7e" providerId="ADAL" clId="{DE09BBA1-38E2-4BDE-AC4B-1FFB8B9CBB6D}" dt="2026-10-28T17:47:54.729" v="2001" actId="478"/>
        <pc:sldMkLst>
          <pc:docMk/>
          <pc:sldMk cId="2382664458" sldId="357"/>
        </pc:sldMkLst>
        <pc:spChg chg="del">
          <ac:chgData name="Michael Gonzalez" userId="22d747ed-a94c-4005-9b4f-8986c6f0ab7e" providerId="ADAL" clId="{DE09BBA1-38E2-4BDE-AC4B-1FFB8B9CBB6D}" dt="2026-10-28T17:47:54.729" v="2001" actId="478"/>
          <ac:spMkLst>
            <pc:docMk/>
            <pc:sldMk cId="2382664458" sldId="357"/>
            <ac:spMk id="2" creationId="{66119DEC-8000-3709-18D3-55D109C46832}"/>
          </ac:spMkLst>
        </pc:spChg>
        <pc:picChg chg="add">
          <ac:chgData name="Michael Gonzalez" userId="22d747ed-a94c-4005-9b4f-8986c6f0ab7e" providerId="ADAL" clId="{DE09BBA1-38E2-4BDE-AC4B-1FFB8B9CBB6D}" dt="2026-10-25T04:44:16.703" v="1298" actId="22"/>
          <ac:picMkLst>
            <pc:docMk/>
            <pc:sldMk cId="2382664458" sldId="357"/>
            <ac:picMk id="7" creationId="{F99C4AEA-8F7A-2A35-C81A-4313FEDC4DC6}"/>
          </ac:picMkLst>
        </pc:picChg>
      </pc:sldChg>
      <pc:sldChg chg="addSp delSp mod">
        <pc:chgData name="Michael Gonzalez" userId="22d747ed-a94c-4005-9b4f-8986c6f0ab7e" providerId="ADAL" clId="{DE09BBA1-38E2-4BDE-AC4B-1FFB8B9CBB6D}" dt="2026-10-25T04:43:45.056" v="1286" actId="22"/>
        <pc:sldMkLst>
          <pc:docMk/>
          <pc:sldMk cId="3963830560" sldId="358"/>
        </pc:sldMkLst>
        <pc:picChg chg="add">
          <ac:chgData name="Michael Gonzalez" userId="22d747ed-a94c-4005-9b4f-8986c6f0ab7e" providerId="ADAL" clId="{DE09BBA1-38E2-4BDE-AC4B-1FFB8B9CBB6D}" dt="2026-10-25T04:43:45.056" v="1286" actId="22"/>
          <ac:picMkLst>
            <pc:docMk/>
            <pc:sldMk cId="3963830560" sldId="358"/>
            <ac:picMk id="7" creationId="{56F53B99-2E2E-8032-0055-753DF4C9899F}"/>
          </ac:picMkLst>
        </pc:picChg>
      </pc:sldChg>
      <pc:sldChg chg="addSp delSp mod">
        <pc:chgData name="Michael Gonzalez" userId="22d747ed-a94c-4005-9b4f-8986c6f0ab7e" providerId="ADAL" clId="{DE09BBA1-38E2-4BDE-AC4B-1FFB8B9CBB6D}" dt="2026-10-25T04:43:37.157" v="1284" actId="22"/>
        <pc:sldMkLst>
          <pc:docMk/>
          <pc:sldMk cId="1035866455" sldId="359"/>
        </pc:sldMkLst>
        <pc:picChg chg="add">
          <ac:chgData name="Michael Gonzalez" userId="22d747ed-a94c-4005-9b4f-8986c6f0ab7e" providerId="ADAL" clId="{DE09BBA1-38E2-4BDE-AC4B-1FFB8B9CBB6D}" dt="2026-10-25T04:43:37.157" v="1284" actId="22"/>
          <ac:picMkLst>
            <pc:docMk/>
            <pc:sldMk cId="1035866455" sldId="359"/>
            <ac:picMk id="6" creationId="{DFE979CE-55B1-769E-E99D-A2A304725CD3}"/>
          </ac:picMkLst>
        </pc:picChg>
      </pc:sldChg>
      <pc:sldChg chg="addSp delSp modSp mod">
        <pc:chgData name="Michael Gonzalez" userId="22d747ed-a94c-4005-9b4f-8986c6f0ab7e" providerId="ADAL" clId="{DE09BBA1-38E2-4BDE-AC4B-1FFB8B9CBB6D}" dt="2026-10-25T04:43:53.393" v="1288" actId="22"/>
        <pc:sldMkLst>
          <pc:docMk/>
          <pc:sldMk cId="3954584502" sldId="360"/>
        </pc:sldMkLst>
        <pc:picChg chg="add">
          <ac:chgData name="Michael Gonzalez" userId="22d747ed-a94c-4005-9b4f-8986c6f0ab7e" providerId="ADAL" clId="{DE09BBA1-38E2-4BDE-AC4B-1FFB8B9CBB6D}" dt="2026-10-25T04:43:53.393" v="1288" actId="22"/>
          <ac:picMkLst>
            <pc:docMk/>
            <pc:sldMk cId="3954584502" sldId="360"/>
            <ac:picMk id="5" creationId="{808223AD-7CAA-7E6E-CA78-2862C5AE051D}"/>
          </ac:picMkLst>
        </pc:picChg>
      </pc:sldChg>
      <pc:sldChg chg="addSp delSp mod">
        <pc:chgData name="Michael Gonzalez" userId="22d747ed-a94c-4005-9b4f-8986c6f0ab7e" providerId="ADAL" clId="{DE09BBA1-38E2-4BDE-AC4B-1FFB8B9CBB6D}" dt="2026-10-25T04:43:57.583" v="1290" actId="22"/>
        <pc:sldMkLst>
          <pc:docMk/>
          <pc:sldMk cId="2085026925" sldId="361"/>
        </pc:sldMkLst>
        <pc:picChg chg="add">
          <ac:chgData name="Michael Gonzalez" userId="22d747ed-a94c-4005-9b4f-8986c6f0ab7e" providerId="ADAL" clId="{DE09BBA1-38E2-4BDE-AC4B-1FFB8B9CBB6D}" dt="2026-10-25T04:43:57.583" v="1290" actId="22"/>
          <ac:picMkLst>
            <pc:docMk/>
            <pc:sldMk cId="2085026925" sldId="361"/>
            <ac:picMk id="4" creationId="{2AF5D023-D002-9E8A-6F48-506B5A899E85}"/>
          </ac:picMkLst>
        </pc:picChg>
      </pc:sldChg>
      <pc:sldChg chg="addSp delSp modSp mod">
        <pc:chgData name="Michael Gonzalez" userId="22d747ed-a94c-4005-9b4f-8986c6f0ab7e" providerId="ADAL" clId="{DE09BBA1-38E2-4BDE-AC4B-1FFB8B9CBB6D}" dt="2026-10-28T17:47:22.828" v="1998" actId="20577"/>
        <pc:sldMkLst>
          <pc:docMk/>
          <pc:sldMk cId="2879391734" sldId="362"/>
        </pc:sldMkLst>
        <pc:spChg chg="mod">
          <ac:chgData name="Michael Gonzalez" userId="22d747ed-a94c-4005-9b4f-8986c6f0ab7e" providerId="ADAL" clId="{DE09BBA1-38E2-4BDE-AC4B-1FFB8B9CBB6D}" dt="2026-10-28T17:47:22.828" v="1998" actId="20577"/>
          <ac:spMkLst>
            <pc:docMk/>
            <pc:sldMk cId="2879391734" sldId="362"/>
            <ac:spMk id="2" creationId="{3FEDD602-E8E2-C830-2ADE-246BF70A0F90}"/>
          </ac:spMkLst>
        </pc:spChg>
        <pc:picChg chg="add">
          <ac:chgData name="Michael Gonzalez" userId="22d747ed-a94c-4005-9b4f-8986c6f0ab7e" providerId="ADAL" clId="{DE09BBA1-38E2-4BDE-AC4B-1FFB8B9CBB6D}" dt="2026-10-25T04:44:01.694" v="1292" actId="22"/>
          <ac:picMkLst>
            <pc:docMk/>
            <pc:sldMk cId="2879391734" sldId="362"/>
            <ac:picMk id="6" creationId="{9F27D2E9-4BC6-A4D4-EC2E-E8A2A05CC808}"/>
          </ac:picMkLst>
        </pc:picChg>
      </pc:sldChg>
      <pc:sldChg chg="addSp delSp modSp mod">
        <pc:chgData name="Michael Gonzalez" userId="22d747ed-a94c-4005-9b4f-8986c6f0ab7e" providerId="ADAL" clId="{DE09BBA1-38E2-4BDE-AC4B-1FFB8B9CBB6D}" dt="2026-10-28T17:47:42.501" v="2000" actId="20577"/>
        <pc:sldMkLst>
          <pc:docMk/>
          <pc:sldMk cId="1448988640" sldId="363"/>
        </pc:sldMkLst>
        <pc:spChg chg="mod">
          <ac:chgData name="Michael Gonzalez" userId="22d747ed-a94c-4005-9b4f-8986c6f0ab7e" providerId="ADAL" clId="{DE09BBA1-38E2-4BDE-AC4B-1FFB8B9CBB6D}" dt="2026-10-28T17:47:42.501" v="2000" actId="20577"/>
          <ac:spMkLst>
            <pc:docMk/>
            <pc:sldMk cId="1448988640" sldId="363"/>
            <ac:spMk id="2" creationId="{DC25F31C-AE1C-24A7-BD63-4D5D48C6089B}"/>
          </ac:spMkLst>
        </pc:spChg>
        <pc:picChg chg="add">
          <ac:chgData name="Michael Gonzalez" userId="22d747ed-a94c-4005-9b4f-8986c6f0ab7e" providerId="ADAL" clId="{DE09BBA1-38E2-4BDE-AC4B-1FFB8B9CBB6D}" dt="2026-10-25T04:44:07.654" v="1294" actId="22"/>
          <ac:picMkLst>
            <pc:docMk/>
            <pc:sldMk cId="1448988640" sldId="363"/>
            <ac:picMk id="5" creationId="{52B94BBC-BEF6-EA48-1942-1EAD8D219A04}"/>
          </ac:picMkLst>
        </pc:picChg>
      </pc:sldChg>
      <pc:sldChg chg="addSp delSp modSp mod">
        <pc:chgData name="Michael Gonzalez" userId="22d747ed-a94c-4005-9b4f-8986c6f0ab7e" providerId="ADAL" clId="{DE09BBA1-38E2-4BDE-AC4B-1FFB8B9CBB6D}" dt="2026-10-28T05:40:16.267" v="1932" actId="20577"/>
        <pc:sldMkLst>
          <pc:docMk/>
          <pc:sldMk cId="3950671695" sldId="364"/>
        </pc:sldMkLst>
        <pc:spChg chg="del">
          <ac:chgData name="Michael Gonzalez" userId="22d747ed-a94c-4005-9b4f-8986c6f0ab7e" providerId="ADAL" clId="{DE09BBA1-38E2-4BDE-AC4B-1FFB8B9CBB6D}" dt="2026-10-28T05:34:55.277" v="1730" actId="478"/>
          <ac:spMkLst>
            <pc:docMk/>
            <pc:sldMk cId="3950671695" sldId="364"/>
            <ac:spMk id="2" creationId="{9B69FEBC-8F6F-6C97-7FAE-FE9106E36365}"/>
          </ac:spMkLst>
        </pc:spChg>
        <pc:spChg chg="add del">
          <ac:chgData name="Michael Gonzalez" userId="22d747ed-a94c-4005-9b4f-8986c6f0ab7e" providerId="ADAL" clId="{DE09BBA1-38E2-4BDE-AC4B-1FFB8B9CBB6D}" dt="2026-10-28T05:34:52.462" v="1729" actId="22"/>
          <ac:spMkLst>
            <pc:docMk/>
            <pc:sldMk cId="3950671695" sldId="364"/>
            <ac:spMk id="6" creationId="{4425E14D-F90B-79FB-35F5-8A58EF2A4E42}"/>
          </ac:spMkLst>
        </pc:spChg>
        <pc:spChg chg="add mod">
          <ac:chgData name="Michael Gonzalez" userId="22d747ed-a94c-4005-9b4f-8986c6f0ab7e" providerId="ADAL" clId="{DE09BBA1-38E2-4BDE-AC4B-1FFB8B9CBB6D}" dt="2026-10-28T05:40:16.267" v="1932" actId="20577"/>
          <ac:spMkLst>
            <pc:docMk/>
            <pc:sldMk cId="3950671695" sldId="364"/>
            <ac:spMk id="8" creationId="{663DBF4F-80C3-7884-5664-B3C21C356740}"/>
          </ac:spMkLst>
        </pc:spChg>
        <pc:picChg chg="add">
          <ac:chgData name="Michael Gonzalez" userId="22d747ed-a94c-4005-9b4f-8986c6f0ab7e" providerId="ADAL" clId="{DE09BBA1-38E2-4BDE-AC4B-1FFB8B9CBB6D}" dt="2026-10-24T22:11:48.250" v="535" actId="22"/>
          <ac:picMkLst>
            <pc:docMk/>
            <pc:sldMk cId="3950671695" sldId="364"/>
            <ac:picMk id="9" creationId="{FE0CA96F-9052-0592-A5C2-DFEFFDAF6E72}"/>
          </ac:picMkLst>
        </pc:picChg>
      </pc:sldChg>
      <pc:sldChg chg="addSp delSp modSp add mod ord">
        <pc:chgData name="Michael Gonzalez" userId="22d747ed-a94c-4005-9b4f-8986c6f0ab7e" providerId="ADAL" clId="{DE09BBA1-38E2-4BDE-AC4B-1FFB8B9CBB6D}" dt="2026-10-25T04:43:30.329" v="1282" actId="22"/>
        <pc:sldMkLst>
          <pc:docMk/>
          <pc:sldMk cId="639988132" sldId="365"/>
        </pc:sldMkLst>
        <pc:spChg chg="mod">
          <ac:chgData name="Michael Gonzalez" userId="22d747ed-a94c-4005-9b4f-8986c6f0ab7e" providerId="ADAL" clId="{DE09BBA1-38E2-4BDE-AC4B-1FFB8B9CBB6D}" dt="2026-10-24T22:28:48.345" v="637" actId="20577"/>
          <ac:spMkLst>
            <pc:docMk/>
            <pc:sldMk cId="639988132" sldId="365"/>
            <ac:spMk id="3" creationId="{BA595500-EED8-F5F9-6A71-EBE0CBF9F190}"/>
          </ac:spMkLst>
        </pc:spChg>
        <pc:spChg chg="add mod">
          <ac:chgData name="Michael Gonzalez" userId="22d747ed-a94c-4005-9b4f-8986c6f0ab7e" providerId="ADAL" clId="{DE09BBA1-38E2-4BDE-AC4B-1FFB8B9CBB6D}" dt="2026-10-24T21:14:58.564" v="142" actId="20578"/>
          <ac:spMkLst>
            <pc:docMk/>
            <pc:sldMk cId="639988132" sldId="365"/>
            <ac:spMk id="8" creationId="{BF8F75CE-743A-A24B-A792-99156D1F1A2B}"/>
          </ac:spMkLst>
        </pc:spChg>
        <pc:spChg chg="add mod ord">
          <ac:chgData name="Michael Gonzalez" userId="22d747ed-a94c-4005-9b4f-8986c6f0ab7e" providerId="ADAL" clId="{DE09BBA1-38E2-4BDE-AC4B-1FFB8B9CBB6D}" dt="2026-10-24T21:16:23.732" v="146" actId="167"/>
          <ac:spMkLst>
            <pc:docMk/>
            <pc:sldMk cId="639988132" sldId="365"/>
            <ac:spMk id="9" creationId="{5707E0D3-8DF7-6583-01CC-1D09A9B8839C}"/>
          </ac:spMkLst>
        </pc:spChg>
        <pc:picChg chg="add">
          <ac:chgData name="Michael Gonzalez" userId="22d747ed-a94c-4005-9b4f-8986c6f0ab7e" providerId="ADAL" clId="{DE09BBA1-38E2-4BDE-AC4B-1FFB8B9CBB6D}" dt="2026-10-25T04:43:30.329" v="1282" actId="22"/>
          <ac:picMkLst>
            <pc:docMk/>
            <pc:sldMk cId="639988132" sldId="365"/>
            <ac:picMk id="4" creationId="{663980B9-5E1C-F020-8DAA-A28DB92D55FF}"/>
          </ac:picMkLst>
        </pc:picChg>
        <pc:picChg chg="add">
          <ac:chgData name="Michael Gonzalez" userId="22d747ed-a94c-4005-9b4f-8986c6f0ab7e" providerId="ADAL" clId="{DE09BBA1-38E2-4BDE-AC4B-1FFB8B9CBB6D}" dt="2026-10-24T22:37:09.136" v="732" actId="22"/>
          <ac:picMkLst>
            <pc:docMk/>
            <pc:sldMk cId="639988132" sldId="365"/>
            <ac:picMk id="28" creationId="{B506F972-9CF2-BE6E-F4FD-B33A41A7E6E7}"/>
          </ac:picMkLst>
        </pc:picChg>
      </pc:sldChg>
      <pc:sldChg chg="addSp delSp modSp add mod delAnim modAnim">
        <pc:chgData name="Michael Gonzalez" userId="22d747ed-a94c-4005-9b4f-8986c6f0ab7e" providerId="ADAL" clId="{DE09BBA1-38E2-4BDE-AC4B-1FFB8B9CBB6D}" dt="2026-10-26T02:36:46.239" v="1425" actId="1076"/>
        <pc:sldMkLst>
          <pc:docMk/>
          <pc:sldMk cId="1561277812" sldId="367"/>
        </pc:sldMkLst>
        <pc:spChg chg="mod">
          <ac:chgData name="Michael Gonzalez" userId="22d747ed-a94c-4005-9b4f-8986c6f0ab7e" providerId="ADAL" clId="{DE09BBA1-38E2-4BDE-AC4B-1FFB8B9CBB6D}" dt="2026-10-24T22:55:59.288" v="1021" actId="20577"/>
          <ac:spMkLst>
            <pc:docMk/>
            <pc:sldMk cId="1561277812" sldId="367"/>
            <ac:spMk id="3" creationId="{F83008B3-8782-4E34-071A-2B083BE9DB46}"/>
          </ac:spMkLst>
        </pc:spChg>
        <pc:spChg chg="add mod">
          <ac:chgData name="Michael Gonzalez" userId="22d747ed-a94c-4005-9b4f-8986c6f0ab7e" providerId="ADAL" clId="{DE09BBA1-38E2-4BDE-AC4B-1FFB8B9CBB6D}" dt="2026-10-26T02:36:46.239" v="1425" actId="1076"/>
          <ac:spMkLst>
            <pc:docMk/>
            <pc:sldMk cId="1561277812" sldId="367"/>
            <ac:spMk id="25" creationId="{A98375E2-0B3C-DDEC-6BBF-719129969FC6}"/>
          </ac:spMkLst>
        </pc:spChg>
        <pc:spChg chg="add mod">
          <ac:chgData name="Michael Gonzalez" userId="22d747ed-a94c-4005-9b4f-8986c6f0ab7e" providerId="ADAL" clId="{DE09BBA1-38E2-4BDE-AC4B-1FFB8B9CBB6D}" dt="2026-10-26T02:36:35.877" v="1423" actId="1076"/>
          <ac:spMkLst>
            <pc:docMk/>
            <pc:sldMk cId="1561277812" sldId="367"/>
            <ac:spMk id="33" creationId="{832605D9-9EC0-46AC-78D6-C318FC05D92A}"/>
          </ac:spMkLst>
        </pc:spChg>
        <pc:picChg chg="add mod">
          <ac:chgData name="Michael Gonzalez" userId="22d747ed-a94c-4005-9b4f-8986c6f0ab7e" providerId="ADAL" clId="{DE09BBA1-38E2-4BDE-AC4B-1FFB8B9CBB6D}" dt="2026-10-25T04:36:44.353" v="1261" actId="1076"/>
          <ac:picMkLst>
            <pc:docMk/>
            <pc:sldMk cId="1561277812" sldId="367"/>
            <ac:picMk id="4" creationId="{8283709F-EA58-5C47-99F7-353CAE87CA88}"/>
          </ac:picMkLst>
        </pc:picChg>
        <pc:picChg chg="add mod">
          <ac:chgData name="Michael Gonzalez" userId="22d747ed-a94c-4005-9b4f-8986c6f0ab7e" providerId="ADAL" clId="{DE09BBA1-38E2-4BDE-AC4B-1FFB8B9CBB6D}" dt="2026-10-26T02:36:32.511" v="1422" actId="1076"/>
          <ac:picMkLst>
            <pc:docMk/>
            <pc:sldMk cId="1561277812" sldId="367"/>
            <ac:picMk id="6" creationId="{7AA91D5D-1FE2-9C37-B9FA-6A30E15D0645}"/>
          </ac:picMkLst>
        </pc:picChg>
        <pc:picChg chg="add">
          <ac:chgData name="Michael Gonzalez" userId="22d747ed-a94c-4005-9b4f-8986c6f0ab7e" providerId="ADAL" clId="{DE09BBA1-38E2-4BDE-AC4B-1FFB8B9CBB6D}" dt="2026-10-24T22:37:11.528" v="733" actId="22"/>
          <ac:picMkLst>
            <pc:docMk/>
            <pc:sldMk cId="1561277812" sldId="367"/>
            <ac:picMk id="20" creationId="{F3DB626A-F69C-446A-5B9B-CC3B93B29E5F}"/>
          </ac:picMkLst>
        </pc:picChg>
        <pc:picChg chg="add mod ord">
          <ac:chgData name="Michael Gonzalez" userId="22d747ed-a94c-4005-9b4f-8986c6f0ab7e" providerId="ADAL" clId="{DE09BBA1-38E2-4BDE-AC4B-1FFB8B9CBB6D}" dt="2026-10-26T02:36:43.460" v="1424" actId="1076"/>
          <ac:picMkLst>
            <pc:docMk/>
            <pc:sldMk cId="1561277812" sldId="367"/>
            <ac:picMk id="22" creationId="{899DB0A6-171B-9601-BBA0-B240371FAAF0}"/>
          </ac:picMkLst>
        </pc:picChg>
      </pc:sldChg>
      <pc:sldChg chg="addSp delSp modSp add mod">
        <pc:chgData name="Michael Gonzalez" userId="22d747ed-a94c-4005-9b4f-8986c6f0ab7e" providerId="ADAL" clId="{DE09BBA1-38E2-4BDE-AC4B-1FFB8B9CBB6D}" dt="2026-10-25T04:54:03.602" v="1301" actId="1076"/>
        <pc:sldMkLst>
          <pc:docMk/>
          <pc:sldMk cId="2832254676" sldId="368"/>
        </pc:sldMkLst>
        <pc:spChg chg="mod">
          <ac:chgData name="Michael Gonzalez" userId="22d747ed-a94c-4005-9b4f-8986c6f0ab7e" providerId="ADAL" clId="{DE09BBA1-38E2-4BDE-AC4B-1FFB8B9CBB6D}" dt="2026-10-25T04:54:03.602" v="1301" actId="1076"/>
          <ac:spMkLst>
            <pc:docMk/>
            <pc:sldMk cId="2832254676" sldId="368"/>
            <ac:spMk id="8" creationId="{92846C11-7F03-1DCD-5DE8-2A82EBB45606}"/>
          </ac:spMkLst>
        </pc:spChg>
        <pc:picChg chg="mod">
          <ac:chgData name="Michael Gonzalez" userId="22d747ed-a94c-4005-9b4f-8986c6f0ab7e" providerId="ADAL" clId="{DE09BBA1-38E2-4BDE-AC4B-1FFB8B9CBB6D}" dt="2026-10-25T04:51:41.259" v="1299" actId="14100"/>
          <ac:picMkLst>
            <pc:docMk/>
            <pc:sldMk cId="2832254676" sldId="368"/>
            <ac:picMk id="4" creationId="{DD9E4258-A353-7606-7376-EA0BD032881B}"/>
          </ac:picMkLst>
        </pc:picChg>
        <pc:picChg chg="add">
          <ac:chgData name="Michael Gonzalez" userId="22d747ed-a94c-4005-9b4f-8986c6f0ab7e" providerId="ADAL" clId="{DE09BBA1-38E2-4BDE-AC4B-1FFB8B9CBB6D}" dt="2026-10-25T04:37:59.477" v="1262" actId="22"/>
          <ac:picMkLst>
            <pc:docMk/>
            <pc:sldMk cId="2832254676" sldId="368"/>
            <ac:picMk id="5" creationId="{F994BEBA-4EBF-E994-AE50-C97A35F9501D}"/>
          </ac:picMkLst>
        </pc:picChg>
      </pc:sldChg>
      <pc:sldChg chg="addSp delSp modSp add mod">
        <pc:chgData name="Michael Gonzalez" userId="22d747ed-a94c-4005-9b4f-8986c6f0ab7e" providerId="ADAL" clId="{DE09BBA1-38E2-4BDE-AC4B-1FFB8B9CBB6D}" dt="2026-10-25T04:43:23.809" v="1280" actId="22"/>
        <pc:sldMkLst>
          <pc:docMk/>
          <pc:sldMk cId="3180580464" sldId="369"/>
        </pc:sldMkLst>
        <pc:spChg chg="mod">
          <ac:chgData name="Michael Gonzalez" userId="22d747ed-a94c-4005-9b4f-8986c6f0ab7e" providerId="ADAL" clId="{DE09BBA1-38E2-4BDE-AC4B-1FFB8B9CBB6D}" dt="2026-10-24T23:11:53.107" v="1247" actId="20577"/>
          <ac:spMkLst>
            <pc:docMk/>
            <pc:sldMk cId="3180580464" sldId="369"/>
            <ac:spMk id="8" creationId="{D18E6DAF-7806-996C-B74A-D9D2D17BDDED}"/>
          </ac:spMkLst>
        </pc:spChg>
        <pc:picChg chg="add">
          <ac:chgData name="Michael Gonzalez" userId="22d747ed-a94c-4005-9b4f-8986c6f0ab7e" providerId="ADAL" clId="{DE09BBA1-38E2-4BDE-AC4B-1FFB8B9CBB6D}" dt="2026-10-25T04:43:20.687" v="1278" actId="22"/>
          <ac:picMkLst>
            <pc:docMk/>
            <pc:sldMk cId="3180580464" sldId="369"/>
            <ac:picMk id="4" creationId="{261533DD-85D5-9A58-BDAA-20BDC447DAA5}"/>
          </ac:picMkLst>
        </pc:picChg>
      </pc:sldChg>
      <pc:sldChg chg="addSp modSp new mod">
        <pc:chgData name="Michael Gonzalez" userId="22d747ed-a94c-4005-9b4f-8986c6f0ab7e" providerId="ADAL" clId="{DE09BBA1-38E2-4BDE-AC4B-1FFB8B9CBB6D}" dt="2026-10-25T04:56:54.272" v="1370" actId="1076"/>
        <pc:sldMkLst>
          <pc:docMk/>
          <pc:sldMk cId="1814676215" sldId="370"/>
        </pc:sldMkLst>
        <pc:spChg chg="add mod">
          <ac:chgData name="Michael Gonzalez" userId="22d747ed-a94c-4005-9b4f-8986c6f0ab7e" providerId="ADAL" clId="{DE09BBA1-38E2-4BDE-AC4B-1FFB8B9CBB6D}" dt="2026-10-25T04:56:54.272" v="1370" actId="1076"/>
          <ac:spMkLst>
            <pc:docMk/>
            <pc:sldMk cId="1814676215" sldId="370"/>
            <ac:spMk id="2" creationId="{18DCC8F8-DF86-1FD6-431A-3B98E543443E}"/>
          </ac:spMkLst>
        </pc:spChg>
      </pc:sldChg>
      <pc:sldChg chg="addSp delSp modSp add mod">
        <pc:chgData name="Michael Gonzalez" userId="22d747ed-a94c-4005-9b4f-8986c6f0ab7e" providerId="ADAL" clId="{DE09BBA1-38E2-4BDE-AC4B-1FFB8B9CBB6D}" dt="2026-10-25T05:03:26.727" v="1415" actId="1076"/>
        <pc:sldMkLst>
          <pc:docMk/>
          <pc:sldMk cId="3442202557" sldId="371"/>
        </pc:sldMkLst>
        <pc:spChg chg="mod">
          <ac:chgData name="Michael Gonzalez" userId="22d747ed-a94c-4005-9b4f-8986c6f0ab7e" providerId="ADAL" clId="{DE09BBA1-38E2-4BDE-AC4B-1FFB8B9CBB6D}" dt="2026-10-25T05:03:26.727" v="1415" actId="1076"/>
          <ac:spMkLst>
            <pc:docMk/>
            <pc:sldMk cId="3442202557" sldId="371"/>
            <ac:spMk id="2" creationId="{6A475A40-CCC9-206E-8F98-71C91682E606}"/>
          </ac:spMkLst>
        </pc:spChg>
      </pc:sldChg>
      <pc:sldChg chg="ord">
        <pc:chgData name="Michael Gonzalez" userId="22d747ed-a94c-4005-9b4f-8986c6f0ab7e" providerId="ADAL" clId="{DE09BBA1-38E2-4BDE-AC4B-1FFB8B9CBB6D}" dt="2026-10-28T05:02:25.537" v="1427"/>
        <pc:sldMkLst>
          <pc:docMk/>
          <pc:sldMk cId="3954542976" sldId="372"/>
        </pc:sldMkLst>
      </pc:sldChg>
      <pc:sldChg chg="addSp delSp modSp add mod">
        <pc:chgData name="Michael Gonzalez" userId="22d747ed-a94c-4005-9b4f-8986c6f0ab7e" providerId="ADAL" clId="{DE09BBA1-38E2-4BDE-AC4B-1FFB8B9CBB6D}" dt="2026-10-28T17:52:53.881" v="2026" actId="22"/>
        <pc:sldMkLst>
          <pc:docMk/>
          <pc:sldMk cId="3403356921" sldId="373"/>
        </pc:sldMkLst>
        <pc:spChg chg="del">
          <ac:chgData name="Michael Gonzalez" userId="22d747ed-a94c-4005-9b4f-8986c6f0ab7e" providerId="ADAL" clId="{DE09BBA1-38E2-4BDE-AC4B-1FFB8B9CBB6D}" dt="2026-10-28T05:02:44.284" v="1429" actId="478"/>
          <ac:spMkLst>
            <pc:docMk/>
            <pc:sldMk cId="3403356921" sldId="373"/>
            <ac:spMk id="2" creationId="{4ED13986-176F-2DAB-3E1A-8EB64295D504}"/>
          </ac:spMkLst>
        </pc:spChg>
        <pc:graphicFrameChg chg="add mod">
          <ac:chgData name="Michael Gonzalez" userId="22d747ed-a94c-4005-9b4f-8986c6f0ab7e" providerId="ADAL" clId="{DE09BBA1-38E2-4BDE-AC4B-1FFB8B9CBB6D}" dt="2026-10-28T05:06:03.474" v="1437" actId="1076"/>
          <ac:graphicFrameMkLst>
            <pc:docMk/>
            <pc:sldMk cId="3403356921" sldId="373"/>
            <ac:graphicFrameMk id="3" creationId="{47E2C59F-9F68-6B9B-B304-98331D42FD25}"/>
          </ac:graphicFrameMkLst>
        </pc:graphicFrameChg>
        <pc:picChg chg="add">
          <ac:chgData name="Michael Gonzalez" userId="22d747ed-a94c-4005-9b4f-8986c6f0ab7e" providerId="ADAL" clId="{DE09BBA1-38E2-4BDE-AC4B-1FFB8B9CBB6D}" dt="2026-10-28T17:52:53.881" v="2026" actId="22"/>
          <ac:picMkLst>
            <pc:docMk/>
            <pc:sldMk cId="3403356921" sldId="373"/>
            <ac:picMk id="4" creationId="{26EA06BA-7D13-EBE1-6D35-4291E7FF0865}"/>
          </ac:picMkLst>
        </pc:picChg>
      </pc:sldChg>
      <pc:sldChg chg="addSp delSp add del mod">
        <pc:chgData name="Michael Gonzalez" userId="22d747ed-a94c-4005-9b4f-8986c6f0ab7e" providerId="ADAL" clId="{DE09BBA1-38E2-4BDE-AC4B-1FFB8B9CBB6D}" dt="2026-10-28T05:24:17.629" v="1499" actId="47"/>
        <pc:sldMkLst>
          <pc:docMk/>
          <pc:sldMk cId="2665630438" sldId="374"/>
        </pc:sldMkLst>
        <pc:spChg chg="del">
          <ac:chgData name="Michael Gonzalez" userId="22d747ed-a94c-4005-9b4f-8986c6f0ab7e" providerId="ADAL" clId="{DE09BBA1-38E2-4BDE-AC4B-1FFB8B9CBB6D}" dt="2026-10-28T05:22:18.657" v="1439" actId="478"/>
          <ac:spMkLst>
            <pc:docMk/>
            <pc:sldMk cId="2665630438" sldId="374"/>
            <ac:spMk id="2" creationId="{C267A3D2-837F-9521-B915-FE8CD01F5517}"/>
          </ac:spMkLst>
        </pc:spChg>
        <pc:picChg chg="add">
          <ac:chgData name="Michael Gonzalez" userId="22d747ed-a94c-4005-9b4f-8986c6f0ab7e" providerId="ADAL" clId="{DE09BBA1-38E2-4BDE-AC4B-1FFB8B9CBB6D}" dt="2026-10-28T05:22:20.569" v="1440" actId="22"/>
          <ac:picMkLst>
            <pc:docMk/>
            <pc:sldMk cId="2665630438" sldId="374"/>
            <ac:picMk id="4" creationId="{72A650DA-F174-0939-D007-F7684E162420}"/>
          </ac:picMkLst>
        </pc:picChg>
      </pc:sldChg>
      <pc:sldChg chg="addSp delSp modSp add mod ord">
        <pc:chgData name="Michael Gonzalez" userId="22d747ed-a94c-4005-9b4f-8986c6f0ab7e" providerId="ADAL" clId="{DE09BBA1-38E2-4BDE-AC4B-1FFB8B9CBB6D}" dt="2026-10-28T05:25:50.968" v="1504" actId="207"/>
        <pc:sldMkLst>
          <pc:docMk/>
          <pc:sldMk cId="1308595920" sldId="375"/>
        </pc:sldMkLst>
        <pc:spChg chg="mod">
          <ac:chgData name="Michael Gonzalez" userId="22d747ed-a94c-4005-9b4f-8986c6f0ab7e" providerId="ADAL" clId="{DE09BBA1-38E2-4BDE-AC4B-1FFB8B9CBB6D}" dt="2026-10-28T05:25:50.968" v="1504" actId="207"/>
          <ac:spMkLst>
            <pc:docMk/>
            <pc:sldMk cId="1308595920" sldId="375"/>
            <ac:spMk id="2" creationId="{AEC3B95B-AB8A-479B-A2CE-94106512A406}"/>
          </ac:spMkLst>
        </pc:spChg>
        <pc:spChg chg="mod ord">
          <ac:chgData name="Michael Gonzalez" userId="22d747ed-a94c-4005-9b4f-8986c6f0ab7e" providerId="ADAL" clId="{DE09BBA1-38E2-4BDE-AC4B-1FFB8B9CBB6D}" dt="2026-10-28T05:23:34.168" v="1456" actId="14100"/>
          <ac:spMkLst>
            <pc:docMk/>
            <pc:sldMk cId="1308595920" sldId="375"/>
            <ac:spMk id="7" creationId="{C8937236-7A1B-88EC-E06D-7DD253C589F3}"/>
          </ac:spMkLst>
        </pc:spChg>
        <pc:picChg chg="del">
          <ac:chgData name="Michael Gonzalez" userId="22d747ed-a94c-4005-9b4f-8986c6f0ab7e" providerId="ADAL" clId="{DE09BBA1-38E2-4BDE-AC4B-1FFB8B9CBB6D}" dt="2026-10-28T05:22:37.873" v="1444" actId="478"/>
          <ac:picMkLst>
            <pc:docMk/>
            <pc:sldMk cId="1308595920" sldId="375"/>
            <ac:picMk id="4" creationId="{CE665203-1D79-213B-B00F-1F014B8051A2}"/>
          </ac:picMkLst>
        </pc:picChg>
        <pc:picChg chg="add mod">
          <ac:chgData name="Michael Gonzalez" userId="22d747ed-a94c-4005-9b4f-8986c6f0ab7e" providerId="ADAL" clId="{DE09BBA1-38E2-4BDE-AC4B-1FFB8B9CBB6D}" dt="2026-10-28T05:22:59.059" v="1450" actId="14100"/>
          <ac:picMkLst>
            <pc:docMk/>
            <pc:sldMk cId="1308595920" sldId="375"/>
            <ac:picMk id="6" creationId="{C9E704AD-5D6C-9AE2-F7A2-C21F43F90E3D}"/>
          </ac:picMkLst>
        </pc:picChg>
      </pc:sldChg>
      <pc:sldChg chg="addSp delSp modSp add mod ord delAnim">
        <pc:chgData name="Michael Gonzalez" userId="22d747ed-a94c-4005-9b4f-8986c6f0ab7e" providerId="ADAL" clId="{DE09BBA1-38E2-4BDE-AC4B-1FFB8B9CBB6D}" dt="2026-10-28T17:48:49.471" v="2007" actId="20577"/>
        <pc:sldMkLst>
          <pc:docMk/>
          <pc:sldMk cId="288563684" sldId="376"/>
        </pc:sldMkLst>
        <pc:spChg chg="add mod">
          <ac:chgData name="Michael Gonzalez" userId="22d747ed-a94c-4005-9b4f-8986c6f0ab7e" providerId="ADAL" clId="{DE09BBA1-38E2-4BDE-AC4B-1FFB8B9CBB6D}" dt="2026-10-28T17:48:49.471" v="2007" actId="20577"/>
          <ac:spMkLst>
            <pc:docMk/>
            <pc:sldMk cId="288563684" sldId="376"/>
            <ac:spMk id="2" creationId="{D978C522-1333-2E68-3BCE-1BA11F45A41C}"/>
          </ac:spMkLst>
        </pc:spChg>
        <pc:spChg chg="mod">
          <ac:chgData name="Michael Gonzalez" userId="22d747ed-a94c-4005-9b4f-8986c6f0ab7e" providerId="ADAL" clId="{DE09BBA1-38E2-4BDE-AC4B-1FFB8B9CBB6D}" dt="2026-10-28T05:28:29.350" v="1612" actId="1076"/>
          <ac:spMkLst>
            <pc:docMk/>
            <pc:sldMk cId="288563684" sldId="376"/>
            <ac:spMk id="5" creationId="{5F088F81-4B35-A7A2-05A5-1C6106274C50}"/>
          </ac:spMkLst>
        </pc:spChg>
        <pc:spChg chg="mod">
          <ac:chgData name="Michael Gonzalez" userId="22d747ed-a94c-4005-9b4f-8986c6f0ab7e" providerId="ADAL" clId="{DE09BBA1-38E2-4BDE-AC4B-1FFB8B9CBB6D}" dt="2026-10-28T05:27:52.574" v="1517" actId="14100"/>
          <ac:spMkLst>
            <pc:docMk/>
            <pc:sldMk cId="288563684" sldId="376"/>
            <ac:spMk id="11" creationId="{7650D9BA-F6EE-4DA5-BF32-CEB8D412176F}"/>
          </ac:spMkLst>
        </pc:spChg>
        <pc:picChg chg="del">
          <ac:chgData name="Michael Gonzalez" userId="22d747ed-a94c-4005-9b4f-8986c6f0ab7e" providerId="ADAL" clId="{DE09BBA1-38E2-4BDE-AC4B-1FFB8B9CBB6D}" dt="2026-10-28T05:27:42.477" v="1515" actId="478"/>
          <ac:picMkLst>
            <pc:docMk/>
            <pc:sldMk cId="288563684" sldId="376"/>
            <ac:picMk id="3" creationId="{A30E5874-7F0A-496E-83B9-FAA7D60D4F0D}"/>
          </ac:picMkLst>
        </pc:picChg>
        <pc:picChg chg="mod">
          <ac:chgData name="Michael Gonzalez" userId="22d747ed-a94c-4005-9b4f-8986c6f0ab7e" providerId="ADAL" clId="{DE09BBA1-38E2-4BDE-AC4B-1FFB8B9CBB6D}" dt="2026-10-28T05:27:33.602" v="1513" actId="1076"/>
          <ac:picMkLst>
            <pc:docMk/>
            <pc:sldMk cId="288563684" sldId="376"/>
            <ac:picMk id="4" creationId="{DEDC39E9-D10A-7D26-A37E-F4B5AB1239AF}"/>
          </ac:picMkLst>
        </pc:picChg>
      </pc:sldChg>
      <pc:sldChg chg="addSp modSp add mod ord">
        <pc:chgData name="Michael Gonzalez" userId="22d747ed-a94c-4005-9b4f-8986c6f0ab7e" providerId="ADAL" clId="{DE09BBA1-38E2-4BDE-AC4B-1FFB8B9CBB6D}" dt="2026-10-28T05:40:49.970" v="1933" actId="22"/>
        <pc:sldMkLst>
          <pc:docMk/>
          <pc:sldMk cId="2504202042" sldId="377"/>
        </pc:sldMkLst>
        <pc:spChg chg="mod">
          <ac:chgData name="Michael Gonzalez" userId="22d747ed-a94c-4005-9b4f-8986c6f0ab7e" providerId="ADAL" clId="{DE09BBA1-38E2-4BDE-AC4B-1FFB8B9CBB6D}" dt="2026-10-28T05:33:40.278" v="1727" actId="1076"/>
          <ac:spMkLst>
            <pc:docMk/>
            <pc:sldMk cId="2504202042" sldId="377"/>
            <ac:spMk id="2" creationId="{0BFDE727-5B34-CBBC-164C-F5B9AF1DED9D}"/>
          </ac:spMkLst>
        </pc:spChg>
        <pc:picChg chg="add">
          <ac:chgData name="Michael Gonzalez" userId="22d747ed-a94c-4005-9b4f-8986c6f0ab7e" providerId="ADAL" clId="{DE09BBA1-38E2-4BDE-AC4B-1FFB8B9CBB6D}" dt="2026-10-28T05:40:49.970" v="1933" actId="22"/>
          <ac:picMkLst>
            <pc:docMk/>
            <pc:sldMk cId="2504202042" sldId="377"/>
            <ac:picMk id="4" creationId="{AA748641-8DD8-CED1-D1A7-5E0CD1F54525}"/>
          </ac:picMkLst>
        </pc:picChg>
      </pc:sldChg>
      <pc:sldChg chg="add del">
        <pc:chgData name="Michael Gonzalez" userId="22d747ed-a94c-4005-9b4f-8986c6f0ab7e" providerId="ADAL" clId="{DE09BBA1-38E2-4BDE-AC4B-1FFB8B9CBB6D}" dt="2026-10-28T05:27:16.511" v="1509"/>
        <pc:sldMkLst>
          <pc:docMk/>
          <pc:sldMk cId="3528308881" sldId="377"/>
        </pc:sldMkLst>
      </pc:sldChg>
      <pc:sldChg chg="addSp delSp modSp add mod">
        <pc:chgData name="Michael Gonzalez" userId="22d747ed-a94c-4005-9b4f-8986c6f0ab7e" providerId="ADAL" clId="{DE09BBA1-38E2-4BDE-AC4B-1FFB8B9CBB6D}" dt="2026-10-28T17:47:06.034" v="1996" actId="20577"/>
        <pc:sldMkLst>
          <pc:docMk/>
          <pc:sldMk cId="641298594" sldId="378"/>
        </pc:sldMkLst>
        <pc:spChg chg="mod">
          <ac:chgData name="Michael Gonzalez" userId="22d747ed-a94c-4005-9b4f-8986c6f0ab7e" providerId="ADAL" clId="{DE09BBA1-38E2-4BDE-AC4B-1FFB8B9CBB6D}" dt="2026-10-28T17:47:06.034" v="1996" actId="20577"/>
          <ac:spMkLst>
            <pc:docMk/>
            <pc:sldMk cId="641298594" sldId="378"/>
            <ac:spMk id="2" creationId="{533CC912-1617-4DE1-9EFA-C870425ACA8C}"/>
          </ac:spMkLst>
        </pc:spChg>
        <pc:spChg chg="mod ord">
          <ac:chgData name="Michael Gonzalez" userId="22d747ed-a94c-4005-9b4f-8986c6f0ab7e" providerId="ADAL" clId="{DE09BBA1-38E2-4BDE-AC4B-1FFB8B9CBB6D}" dt="2026-10-28T17:46:48.034" v="1946" actId="14100"/>
          <ac:spMkLst>
            <pc:docMk/>
            <pc:sldMk cId="641298594" sldId="378"/>
            <ac:spMk id="7" creationId="{D8EEDE7E-8F15-6686-D092-57BBF91AF2C5}"/>
          </ac:spMkLst>
        </pc:spChg>
        <pc:picChg chg="del">
          <ac:chgData name="Michael Gonzalez" userId="22d747ed-a94c-4005-9b4f-8986c6f0ab7e" providerId="ADAL" clId="{DE09BBA1-38E2-4BDE-AC4B-1FFB8B9CBB6D}" dt="2026-10-28T17:46:14.459" v="1935" actId="478"/>
          <ac:picMkLst>
            <pc:docMk/>
            <pc:sldMk cId="641298594" sldId="378"/>
            <ac:picMk id="4" creationId="{1312779A-C856-7E1E-879C-4A159D98A4C9}"/>
          </ac:picMkLst>
        </pc:picChg>
        <pc:picChg chg="add mod">
          <ac:chgData name="Michael Gonzalez" userId="22d747ed-a94c-4005-9b4f-8986c6f0ab7e" providerId="ADAL" clId="{DE09BBA1-38E2-4BDE-AC4B-1FFB8B9CBB6D}" dt="2026-10-28T17:46:34.970" v="1942" actId="14100"/>
          <ac:picMkLst>
            <pc:docMk/>
            <pc:sldMk cId="641298594" sldId="378"/>
            <ac:picMk id="6" creationId="{C73BF7BD-DF8D-6EFE-CEA1-4D1ADDC88D9C}"/>
          </ac:picMkLst>
        </pc:picChg>
      </pc:sldChg>
      <pc:sldChg chg="addSp delSp modSp add mod">
        <pc:chgData name="Michael Gonzalez" userId="22d747ed-a94c-4005-9b4f-8986c6f0ab7e" providerId="ADAL" clId="{DE09BBA1-38E2-4BDE-AC4B-1FFB8B9CBB6D}" dt="2026-10-28T17:51:25.687" v="2025" actId="14100"/>
        <pc:sldMkLst>
          <pc:docMk/>
          <pc:sldMk cId="1671652854" sldId="379"/>
        </pc:sldMkLst>
        <pc:spChg chg="del mod">
          <ac:chgData name="Michael Gonzalez" userId="22d747ed-a94c-4005-9b4f-8986c6f0ab7e" providerId="ADAL" clId="{DE09BBA1-38E2-4BDE-AC4B-1FFB8B9CBB6D}" dt="2026-10-28T17:50:44.916" v="2013" actId="478"/>
          <ac:spMkLst>
            <pc:docMk/>
            <pc:sldMk cId="1671652854" sldId="379"/>
            <ac:spMk id="5" creationId="{6B0A0C3C-3E4E-597A-027C-1D5BFAA895BB}"/>
          </ac:spMkLst>
        </pc:spChg>
        <pc:spChg chg="mod ord">
          <ac:chgData name="Michael Gonzalez" userId="22d747ed-a94c-4005-9b4f-8986c6f0ab7e" providerId="ADAL" clId="{DE09BBA1-38E2-4BDE-AC4B-1FFB8B9CBB6D}" dt="2026-10-28T17:51:25.687" v="2025" actId="14100"/>
          <ac:spMkLst>
            <pc:docMk/>
            <pc:sldMk cId="1671652854" sldId="379"/>
            <ac:spMk id="11" creationId="{A0BAA3C4-FC54-F088-7E37-1F44BD1D3B17}"/>
          </ac:spMkLst>
        </pc:spChg>
        <pc:picChg chg="del">
          <ac:chgData name="Michael Gonzalez" userId="22d747ed-a94c-4005-9b4f-8986c6f0ab7e" providerId="ADAL" clId="{DE09BBA1-38E2-4BDE-AC4B-1FFB8B9CBB6D}" dt="2026-10-28T17:50:36.286" v="2009" actId="478"/>
          <ac:picMkLst>
            <pc:docMk/>
            <pc:sldMk cId="1671652854" sldId="379"/>
            <ac:picMk id="4" creationId="{6F781A25-2445-B61A-6F35-B9BC02DC8FB4}"/>
          </ac:picMkLst>
        </pc:picChg>
        <pc:picChg chg="add mod">
          <ac:chgData name="Michael Gonzalez" userId="22d747ed-a94c-4005-9b4f-8986c6f0ab7e" providerId="ADAL" clId="{DE09BBA1-38E2-4BDE-AC4B-1FFB8B9CBB6D}" dt="2026-10-28T17:51:20.168" v="2024" actId="1076"/>
          <ac:picMkLst>
            <pc:docMk/>
            <pc:sldMk cId="1671652854" sldId="379"/>
            <ac:picMk id="7" creationId="{194BC01C-E361-F85B-E0D3-61EA3C00910E}"/>
          </ac:picMkLst>
        </pc:picChg>
      </pc:sldChg>
    </pc:docChg>
  </pc:docChgLst>
  <pc:docChgLst>
    <pc:chgData name="Michael Gonzalez" userId="22d747ed-a94c-4005-9b4f-8986c6f0ab7e" providerId="ADAL" clId="{DE2D389F-7FCA-4513-A181-E5E801C3C785}"/>
    <pc:docChg chg="undo custSel addSld delSld modSld sldOrd">
      <pc:chgData name="Michael Gonzalez" userId="22d747ed-a94c-4005-9b4f-8986c6f0ab7e" providerId="ADAL" clId="{DE2D389F-7FCA-4513-A181-E5E801C3C785}" dt="2026-10-27T02:51:19.670" v="1492"/>
      <pc:docMkLst>
        <pc:docMk/>
      </pc:docMkLst>
      <pc:sldChg chg="addSp delSp modSp mod">
        <pc:chgData name="Michael Gonzalez" userId="22d747ed-a94c-4005-9b4f-8986c6f0ab7e" providerId="ADAL" clId="{DE2D389F-7FCA-4513-A181-E5E801C3C785}" dt="2026-10-26T20:50:35.193" v="1021" actId="14100"/>
        <pc:sldMkLst>
          <pc:docMk/>
          <pc:sldMk cId="836067375" sldId="313"/>
        </pc:sldMkLst>
        <pc:picChg chg="add mod ord modCrop">
          <ac:chgData name="Michael Gonzalez" userId="22d747ed-a94c-4005-9b4f-8986c6f0ab7e" providerId="ADAL" clId="{DE2D389F-7FCA-4513-A181-E5E801C3C785}" dt="2026-10-26T20:50:35.193" v="1021" actId="14100"/>
          <ac:picMkLst>
            <pc:docMk/>
            <pc:sldMk cId="836067375" sldId="313"/>
            <ac:picMk id="6" creationId="{83C2AE6F-5530-0197-8998-E7E43AEF393B}"/>
          </ac:picMkLst>
        </pc:picChg>
        <pc:picChg chg="mod">
          <ac:chgData name="Michael Gonzalez" userId="22d747ed-a94c-4005-9b4f-8986c6f0ab7e" providerId="ADAL" clId="{DE2D389F-7FCA-4513-A181-E5E801C3C785}" dt="2026-10-26T20:39:25.657" v="983" actId="1076"/>
          <ac:picMkLst>
            <pc:docMk/>
            <pc:sldMk cId="836067375" sldId="313"/>
            <ac:picMk id="16" creationId="{770BBAB8-F63C-5E9D-5ADD-D21D2E68F801}"/>
          </ac:picMkLst>
        </pc:picChg>
        <pc:picChg chg="mod">
          <ac:chgData name="Michael Gonzalez" userId="22d747ed-a94c-4005-9b4f-8986c6f0ab7e" providerId="ADAL" clId="{DE2D389F-7FCA-4513-A181-E5E801C3C785}" dt="2026-10-26T20:36:50.155" v="950" actId="1076"/>
          <ac:picMkLst>
            <pc:docMk/>
            <pc:sldMk cId="836067375" sldId="313"/>
            <ac:picMk id="28" creationId="{5134A369-6F29-551B-6F51-9077669EFADB}"/>
          </ac:picMkLst>
        </pc:picChg>
      </pc:sldChg>
      <pc:sldChg chg="addSp delSp modSp mod">
        <pc:chgData name="Michael Gonzalez" userId="22d747ed-a94c-4005-9b4f-8986c6f0ab7e" providerId="ADAL" clId="{DE2D389F-7FCA-4513-A181-E5E801C3C785}" dt="2026-10-26T20:44:51.254" v="1014" actId="22"/>
        <pc:sldMkLst>
          <pc:docMk/>
          <pc:sldMk cId="1509155071" sldId="315"/>
        </pc:sldMkLst>
        <pc:spChg chg="mod">
          <ac:chgData name="Michael Gonzalez" userId="22d747ed-a94c-4005-9b4f-8986c6f0ab7e" providerId="ADAL" clId="{DE2D389F-7FCA-4513-A181-E5E801C3C785}" dt="2026-10-20T17:37:49.432" v="431" actId="14100"/>
          <ac:spMkLst>
            <pc:docMk/>
            <pc:sldMk cId="1509155071" sldId="315"/>
            <ac:spMk id="7" creationId="{FABD8245-B2B8-8470-D0C2-C31F0576B8B4}"/>
          </ac:spMkLst>
        </pc:spChg>
        <pc:picChg chg="add">
          <ac:chgData name="Michael Gonzalez" userId="22d747ed-a94c-4005-9b4f-8986c6f0ab7e" providerId="ADAL" clId="{DE2D389F-7FCA-4513-A181-E5E801C3C785}" dt="2026-10-26T20:44:51.254" v="1014" actId="22"/>
          <ac:picMkLst>
            <pc:docMk/>
            <pc:sldMk cId="1509155071" sldId="315"/>
            <ac:picMk id="4" creationId="{92633628-7C3F-E2AB-E3DB-06A0CDD109BF}"/>
          </ac:picMkLst>
        </pc:picChg>
        <pc:picChg chg="mod">
          <ac:chgData name="Michael Gonzalez" userId="22d747ed-a94c-4005-9b4f-8986c6f0ab7e" providerId="ADAL" clId="{DE2D389F-7FCA-4513-A181-E5E801C3C785}" dt="2026-10-19T22:56:26.828" v="0" actId="1076"/>
          <ac:picMkLst>
            <pc:docMk/>
            <pc:sldMk cId="1509155071" sldId="315"/>
            <ac:picMk id="5" creationId="{17708379-AE93-D2CF-B1D6-744E47A2C7CC}"/>
          </ac:picMkLst>
        </pc:picChg>
      </pc:sldChg>
      <pc:sldChg chg="addSp delSp modSp mod">
        <pc:chgData name="Michael Gonzalez" userId="22d747ed-a94c-4005-9b4f-8986c6f0ab7e" providerId="ADAL" clId="{DE2D389F-7FCA-4513-A181-E5E801C3C785}" dt="2026-10-27T02:30:56.419" v="1035" actId="20577"/>
        <pc:sldMkLst>
          <pc:docMk/>
          <pc:sldMk cId="1408170904" sldId="331"/>
        </pc:sldMkLst>
        <pc:spChg chg="mod">
          <ac:chgData name="Michael Gonzalez" userId="22d747ed-a94c-4005-9b4f-8986c6f0ab7e" providerId="ADAL" clId="{DE2D389F-7FCA-4513-A181-E5E801C3C785}" dt="2026-10-27T02:30:56.419" v="1035" actId="20577"/>
          <ac:spMkLst>
            <pc:docMk/>
            <pc:sldMk cId="1408170904" sldId="331"/>
            <ac:spMk id="5" creationId="{6E80D7F2-4926-3047-6414-C44C223C8457}"/>
          </ac:spMkLst>
        </pc:spChg>
        <pc:picChg chg="add">
          <ac:chgData name="Michael Gonzalez" userId="22d747ed-a94c-4005-9b4f-8986c6f0ab7e" providerId="ADAL" clId="{DE2D389F-7FCA-4513-A181-E5E801C3C785}" dt="2026-10-26T20:44:40.020" v="1008" actId="22"/>
          <ac:picMkLst>
            <pc:docMk/>
            <pc:sldMk cId="1408170904" sldId="331"/>
            <ac:picMk id="4" creationId="{82FA2998-7A4F-54EF-1179-F2723516475D}"/>
          </ac:picMkLst>
        </pc:picChg>
      </pc:sldChg>
      <pc:sldChg chg="modSp mod">
        <pc:chgData name="Michael Gonzalez" userId="22d747ed-a94c-4005-9b4f-8986c6f0ab7e" providerId="ADAL" clId="{DE2D389F-7FCA-4513-A181-E5E801C3C785}" dt="2026-10-20T17:45:07.464" v="628" actId="20577"/>
        <pc:sldMkLst>
          <pc:docMk/>
          <pc:sldMk cId="2288274336" sldId="351"/>
        </pc:sldMkLst>
        <pc:spChg chg="mod">
          <ac:chgData name="Michael Gonzalez" userId="22d747ed-a94c-4005-9b4f-8986c6f0ab7e" providerId="ADAL" clId="{DE2D389F-7FCA-4513-A181-E5E801C3C785}" dt="2026-10-20T17:45:07.464" v="628" actId="20577"/>
          <ac:spMkLst>
            <pc:docMk/>
            <pc:sldMk cId="2288274336" sldId="351"/>
            <ac:spMk id="2" creationId="{4B342A79-C2CE-94F6-FD46-2FEFFBB55136}"/>
          </ac:spMkLst>
        </pc:spChg>
      </pc:sldChg>
      <pc:sldChg chg="modSp mod">
        <pc:chgData name="Michael Gonzalez" userId="22d747ed-a94c-4005-9b4f-8986c6f0ab7e" providerId="ADAL" clId="{DE2D389F-7FCA-4513-A181-E5E801C3C785}" dt="2026-10-20T17:45:10.724" v="630" actId="20577"/>
        <pc:sldMkLst>
          <pc:docMk/>
          <pc:sldMk cId="1132598912" sldId="352"/>
        </pc:sldMkLst>
        <pc:spChg chg="mod">
          <ac:chgData name="Michael Gonzalez" userId="22d747ed-a94c-4005-9b4f-8986c6f0ab7e" providerId="ADAL" clId="{DE2D389F-7FCA-4513-A181-E5E801C3C785}" dt="2026-10-20T17:45:10.724" v="630" actId="20577"/>
          <ac:spMkLst>
            <pc:docMk/>
            <pc:sldMk cId="1132598912" sldId="352"/>
            <ac:spMk id="2" creationId="{9A3BC72E-C09B-0F39-FCD9-AA83F11B165A}"/>
          </ac:spMkLst>
        </pc:spChg>
      </pc:sldChg>
      <pc:sldChg chg="addSp delSp mod">
        <pc:chgData name="Michael Gonzalez" userId="22d747ed-a94c-4005-9b4f-8986c6f0ab7e" providerId="ADAL" clId="{DE2D389F-7FCA-4513-A181-E5E801C3C785}" dt="2026-10-26T20:44:48.259" v="1012" actId="22"/>
        <pc:sldMkLst>
          <pc:docMk/>
          <pc:sldMk cId="3638319939" sldId="353"/>
        </pc:sldMkLst>
        <pc:picChg chg="add">
          <ac:chgData name="Michael Gonzalez" userId="22d747ed-a94c-4005-9b4f-8986c6f0ab7e" providerId="ADAL" clId="{DE2D389F-7FCA-4513-A181-E5E801C3C785}" dt="2026-10-26T20:44:48.259" v="1012" actId="22"/>
          <ac:picMkLst>
            <pc:docMk/>
            <pc:sldMk cId="3638319939" sldId="353"/>
            <ac:picMk id="4" creationId="{9C3FD7C0-05A4-D272-D757-DA09A46A5684}"/>
          </ac:picMkLst>
        </pc:picChg>
      </pc:sldChg>
      <pc:sldChg chg="addSp delSp modSp add del mod delAnim modAnim">
        <pc:chgData name="Michael Gonzalez" userId="22d747ed-a94c-4005-9b4f-8986c6f0ab7e" providerId="ADAL" clId="{DE2D389F-7FCA-4513-A181-E5E801C3C785}" dt="2026-10-20T18:16:25.113" v="918" actId="1076"/>
        <pc:sldMkLst>
          <pc:docMk/>
          <pc:sldMk cId="42109194" sldId="356"/>
        </pc:sldMkLst>
        <pc:spChg chg="add mod">
          <ac:chgData name="Michael Gonzalez" userId="22d747ed-a94c-4005-9b4f-8986c6f0ab7e" providerId="ADAL" clId="{DE2D389F-7FCA-4513-A181-E5E801C3C785}" dt="2026-10-19T23:18:48.063" v="176" actId="1076"/>
          <ac:spMkLst>
            <pc:docMk/>
            <pc:sldMk cId="42109194" sldId="356"/>
            <ac:spMk id="5" creationId="{816C13A5-A635-83A6-2E82-4D0901A3A0DA}"/>
          </ac:spMkLst>
        </pc:spChg>
        <pc:spChg chg="add mod">
          <ac:chgData name="Michael Gonzalez" userId="22d747ed-a94c-4005-9b4f-8986c6f0ab7e" providerId="ADAL" clId="{DE2D389F-7FCA-4513-A181-E5E801C3C785}" dt="2026-10-20T17:47:33.126" v="645" actId="1076"/>
          <ac:spMkLst>
            <pc:docMk/>
            <pc:sldMk cId="42109194" sldId="356"/>
            <ac:spMk id="6" creationId="{B5914DAB-10C2-CEEF-3076-2FBD602A817E}"/>
          </ac:spMkLst>
        </pc:spChg>
        <pc:spChg chg="mod ord">
          <ac:chgData name="Michael Gonzalez" userId="22d747ed-a94c-4005-9b4f-8986c6f0ab7e" providerId="ADAL" clId="{DE2D389F-7FCA-4513-A181-E5E801C3C785}" dt="2026-10-20T18:16:25.113" v="918" actId="1076"/>
          <ac:spMkLst>
            <pc:docMk/>
            <pc:sldMk cId="42109194" sldId="356"/>
            <ac:spMk id="11" creationId="{FAB106F0-1EB6-EB40-AF8B-265943EBE2A6}"/>
          </ac:spMkLst>
        </pc:spChg>
        <pc:picChg chg="add mod">
          <ac:chgData name="Michael Gonzalez" userId="22d747ed-a94c-4005-9b4f-8986c6f0ab7e" providerId="ADAL" clId="{DE2D389F-7FCA-4513-A181-E5E801C3C785}" dt="2026-10-20T18:11:10.254" v="904" actId="1076"/>
          <ac:picMkLst>
            <pc:docMk/>
            <pc:sldMk cId="42109194" sldId="356"/>
            <ac:picMk id="4" creationId="{B10A0EE4-2546-EC89-70B3-D0501999891C}"/>
          </ac:picMkLst>
        </pc:picChg>
      </pc:sldChg>
      <pc:sldChg chg="addSp delSp modSp add mod modAnim">
        <pc:chgData name="Michael Gonzalez" userId="22d747ed-a94c-4005-9b4f-8986c6f0ab7e" providerId="ADAL" clId="{DE2D389F-7FCA-4513-A181-E5E801C3C785}" dt="2026-10-20T18:16:31.943" v="919" actId="1076"/>
        <pc:sldMkLst>
          <pc:docMk/>
          <pc:sldMk cId="2382664458" sldId="357"/>
        </pc:sldMkLst>
        <pc:spChg chg="add mod">
          <ac:chgData name="Michael Gonzalez" userId="22d747ed-a94c-4005-9b4f-8986c6f0ab7e" providerId="ADAL" clId="{DE2D389F-7FCA-4513-A181-E5E801C3C785}" dt="2026-10-20T17:48:09.095" v="647" actId="1076"/>
          <ac:spMkLst>
            <pc:docMk/>
            <pc:sldMk cId="2382664458" sldId="357"/>
            <ac:spMk id="5" creationId="{19823EF0-7B7F-8872-ACA7-C244A7B01E52}"/>
          </ac:spMkLst>
        </pc:spChg>
        <pc:spChg chg="add mod">
          <ac:chgData name="Michael Gonzalez" userId="22d747ed-a94c-4005-9b4f-8986c6f0ab7e" providerId="ADAL" clId="{DE2D389F-7FCA-4513-A181-E5E801C3C785}" dt="2026-10-20T17:49:01.855" v="660" actId="1076"/>
          <ac:spMkLst>
            <pc:docMk/>
            <pc:sldMk cId="2382664458" sldId="357"/>
            <ac:spMk id="6" creationId="{F0729A74-00D0-C362-765B-36B142A1160C}"/>
          </ac:spMkLst>
        </pc:spChg>
        <pc:spChg chg="add">
          <ac:chgData name="Michael Gonzalez" userId="22d747ed-a94c-4005-9b4f-8986c6f0ab7e" providerId="ADAL" clId="{DE2D389F-7FCA-4513-A181-E5E801C3C785}" dt="2026-10-20T17:48:44.084" v="659" actId="22"/>
          <ac:spMkLst>
            <pc:docMk/>
            <pc:sldMk cId="2382664458" sldId="357"/>
            <ac:spMk id="8" creationId="{A927EB90-69F1-0903-9573-F05249D6FC04}"/>
          </ac:spMkLst>
        </pc:spChg>
        <pc:spChg chg="add mod">
          <ac:chgData name="Michael Gonzalez" userId="22d747ed-a94c-4005-9b4f-8986c6f0ab7e" providerId="ADAL" clId="{DE2D389F-7FCA-4513-A181-E5E801C3C785}" dt="2026-10-20T18:15:00.631" v="917" actId="14100"/>
          <ac:spMkLst>
            <pc:docMk/>
            <pc:sldMk cId="2382664458" sldId="357"/>
            <ac:spMk id="9" creationId="{628141EF-96D1-5FC8-CA57-812630E0F621}"/>
          </ac:spMkLst>
        </pc:spChg>
        <pc:spChg chg="mod">
          <ac:chgData name="Michael Gonzalez" userId="22d747ed-a94c-4005-9b4f-8986c6f0ab7e" providerId="ADAL" clId="{DE2D389F-7FCA-4513-A181-E5E801C3C785}" dt="2026-10-20T18:16:31.943" v="919" actId="1076"/>
          <ac:spMkLst>
            <pc:docMk/>
            <pc:sldMk cId="2382664458" sldId="357"/>
            <ac:spMk id="11" creationId="{3C9B2930-269F-3F55-AB7C-1859E209666D}"/>
          </ac:spMkLst>
        </pc:spChg>
        <pc:picChg chg="add del mod">
          <ac:chgData name="Michael Gonzalez" userId="22d747ed-a94c-4005-9b4f-8986c6f0ab7e" providerId="ADAL" clId="{DE2D389F-7FCA-4513-A181-E5E801C3C785}" dt="2026-10-20T17:38:34.009" v="436" actId="21"/>
          <ac:picMkLst>
            <pc:docMk/>
            <pc:sldMk cId="2382664458" sldId="357"/>
            <ac:picMk id="4" creationId="{797986B0-6086-E1F4-FD43-77DDC973B5C2}"/>
          </ac:picMkLst>
        </pc:picChg>
      </pc:sldChg>
      <pc:sldChg chg="addSp modSp add mod modAnim">
        <pc:chgData name="Michael Gonzalez" userId="22d747ed-a94c-4005-9b4f-8986c6f0ab7e" providerId="ADAL" clId="{DE2D389F-7FCA-4513-A181-E5E801C3C785}" dt="2026-10-20T17:55:33.618" v="765"/>
        <pc:sldMkLst>
          <pc:docMk/>
          <pc:sldMk cId="3963830560" sldId="358"/>
        </pc:sldMkLst>
        <pc:spChg chg="add mod">
          <ac:chgData name="Michael Gonzalez" userId="22d747ed-a94c-4005-9b4f-8986c6f0ab7e" providerId="ADAL" clId="{DE2D389F-7FCA-4513-A181-E5E801C3C785}" dt="2026-10-20T17:39:12.186" v="440" actId="20577"/>
          <ac:spMkLst>
            <pc:docMk/>
            <pc:sldMk cId="3963830560" sldId="358"/>
            <ac:spMk id="5" creationId="{6DFCD53F-FB1B-04AA-B41B-F939AD51A70E}"/>
          </ac:spMkLst>
        </pc:spChg>
        <pc:spChg chg="add mod">
          <ac:chgData name="Michael Gonzalez" userId="22d747ed-a94c-4005-9b4f-8986c6f0ab7e" providerId="ADAL" clId="{DE2D389F-7FCA-4513-A181-E5E801C3C785}" dt="2026-10-20T17:54:04.080" v="727" actId="1076"/>
          <ac:spMkLst>
            <pc:docMk/>
            <pc:sldMk cId="3963830560" sldId="358"/>
            <ac:spMk id="6" creationId="{5815D0B4-7497-04AF-1E39-087B59CA491A}"/>
          </ac:spMkLst>
        </pc:spChg>
        <pc:spChg chg="mod">
          <ac:chgData name="Michael Gonzalez" userId="22d747ed-a94c-4005-9b4f-8986c6f0ab7e" providerId="ADAL" clId="{DE2D389F-7FCA-4513-A181-E5E801C3C785}" dt="2026-10-19T23:15:55.605" v="99" actId="14100"/>
          <ac:spMkLst>
            <pc:docMk/>
            <pc:sldMk cId="3963830560" sldId="358"/>
            <ac:spMk id="11" creationId="{22BD6A3C-82F3-0A67-A334-8DE4FF7DA649}"/>
          </ac:spMkLst>
        </pc:spChg>
        <pc:picChg chg="mod">
          <ac:chgData name="Michael Gonzalez" userId="22d747ed-a94c-4005-9b4f-8986c6f0ab7e" providerId="ADAL" clId="{DE2D389F-7FCA-4513-A181-E5E801C3C785}" dt="2026-10-20T17:53:55.139" v="726" actId="1076"/>
          <ac:picMkLst>
            <pc:docMk/>
            <pc:sldMk cId="3963830560" sldId="358"/>
            <ac:picMk id="4" creationId="{6D45E49F-048F-A99F-984E-4D49A5B44BCA}"/>
          </ac:picMkLst>
        </pc:picChg>
      </pc:sldChg>
      <pc:sldChg chg="addSp modSp add mod modAnim">
        <pc:chgData name="Michael Gonzalez" userId="22d747ed-a94c-4005-9b4f-8986c6f0ab7e" providerId="ADAL" clId="{DE2D389F-7FCA-4513-A181-E5E801C3C785}" dt="2026-10-20T18:00:08.510" v="775"/>
        <pc:sldMkLst>
          <pc:docMk/>
          <pc:sldMk cId="1035866455" sldId="359"/>
        </pc:sldMkLst>
        <pc:spChg chg="add mod">
          <ac:chgData name="Michael Gonzalez" userId="22d747ed-a94c-4005-9b4f-8986c6f0ab7e" providerId="ADAL" clId="{DE2D389F-7FCA-4513-A181-E5E801C3C785}" dt="2026-10-19T23:18:39.169" v="175" actId="20577"/>
          <ac:spMkLst>
            <pc:docMk/>
            <pc:sldMk cId="1035866455" sldId="359"/>
            <ac:spMk id="5" creationId="{E0813D24-5276-3A42-5152-315120BDDC4E}"/>
          </ac:spMkLst>
        </pc:spChg>
        <pc:spChg chg="mod">
          <ac:chgData name="Michael Gonzalez" userId="22d747ed-a94c-4005-9b4f-8986c6f0ab7e" providerId="ADAL" clId="{DE2D389F-7FCA-4513-A181-E5E801C3C785}" dt="2026-10-19T23:16:08.057" v="103" actId="14100"/>
          <ac:spMkLst>
            <pc:docMk/>
            <pc:sldMk cId="1035866455" sldId="359"/>
            <ac:spMk id="11" creationId="{F8F2CB32-2DA4-0292-0119-890C2041F48B}"/>
          </ac:spMkLst>
        </pc:spChg>
        <pc:picChg chg="add mod">
          <ac:chgData name="Michael Gonzalez" userId="22d747ed-a94c-4005-9b4f-8986c6f0ab7e" providerId="ADAL" clId="{DE2D389F-7FCA-4513-A181-E5E801C3C785}" dt="2026-10-20T17:59:02.842" v="774" actId="1076"/>
          <ac:picMkLst>
            <pc:docMk/>
            <pc:sldMk cId="1035866455" sldId="359"/>
            <ac:picMk id="3" creationId="{311982EC-EC7D-54B9-C617-C27A5E760681}"/>
          </ac:picMkLst>
        </pc:picChg>
      </pc:sldChg>
      <pc:sldChg chg="addSp delSp modSp add mod ord">
        <pc:chgData name="Michael Gonzalez" userId="22d747ed-a94c-4005-9b4f-8986c6f0ab7e" providerId="ADAL" clId="{DE2D389F-7FCA-4513-A181-E5E801C3C785}" dt="2026-10-20T17:45:14.738" v="632" actId="20577"/>
        <pc:sldMkLst>
          <pc:docMk/>
          <pc:sldMk cId="3954584502" sldId="360"/>
        </pc:sldMkLst>
        <pc:spChg chg="mod">
          <ac:chgData name="Michael Gonzalez" userId="22d747ed-a94c-4005-9b4f-8986c6f0ab7e" providerId="ADAL" clId="{DE2D389F-7FCA-4513-A181-E5E801C3C785}" dt="2026-10-20T17:45:14.738" v="632" actId="20577"/>
          <ac:spMkLst>
            <pc:docMk/>
            <pc:sldMk cId="3954584502" sldId="360"/>
            <ac:spMk id="2" creationId="{D35C3D34-11E6-B0FB-DC4E-58CF2CEECD6C}"/>
          </ac:spMkLst>
        </pc:spChg>
        <pc:spChg chg="mod ord">
          <ac:chgData name="Michael Gonzalez" userId="22d747ed-a94c-4005-9b4f-8986c6f0ab7e" providerId="ADAL" clId="{DE2D389F-7FCA-4513-A181-E5E801C3C785}" dt="2026-10-20T17:29:29.741" v="252" actId="14100"/>
          <ac:spMkLst>
            <pc:docMk/>
            <pc:sldMk cId="3954584502" sldId="360"/>
            <ac:spMk id="7" creationId="{8548EDA1-2D20-B54D-309D-EC22FE4DDC3A}"/>
          </ac:spMkLst>
        </pc:spChg>
        <pc:picChg chg="add mod">
          <ac:chgData name="Michael Gonzalez" userId="22d747ed-a94c-4005-9b4f-8986c6f0ab7e" providerId="ADAL" clId="{DE2D389F-7FCA-4513-A181-E5E801C3C785}" dt="2026-10-20T17:29:26.380" v="250" actId="1076"/>
          <ac:picMkLst>
            <pc:docMk/>
            <pc:sldMk cId="3954584502" sldId="360"/>
            <ac:picMk id="4" creationId="{EBD54F12-77E9-B473-E710-71DD652E1C8B}"/>
          </ac:picMkLst>
        </pc:picChg>
      </pc:sldChg>
      <pc:sldChg chg="addSp delSp modSp add mod">
        <pc:chgData name="Michael Gonzalez" userId="22d747ed-a94c-4005-9b4f-8986c6f0ab7e" providerId="ADAL" clId="{DE2D389F-7FCA-4513-A181-E5E801C3C785}" dt="2026-10-20T17:32:02.235" v="303" actId="22"/>
        <pc:sldMkLst>
          <pc:docMk/>
          <pc:sldMk cId="2085026925" sldId="361"/>
        </pc:sldMkLst>
        <pc:spChg chg="mod">
          <ac:chgData name="Michael Gonzalez" userId="22d747ed-a94c-4005-9b4f-8986c6f0ab7e" providerId="ADAL" clId="{DE2D389F-7FCA-4513-A181-E5E801C3C785}" dt="2026-10-20T17:30:57.969" v="293" actId="20577"/>
          <ac:spMkLst>
            <pc:docMk/>
            <pc:sldMk cId="2085026925" sldId="361"/>
            <ac:spMk id="2" creationId="{2326BC8A-3F7A-E6AB-6E91-56BAC9115A78}"/>
          </ac:spMkLst>
        </pc:spChg>
        <pc:picChg chg="add mod">
          <ac:chgData name="Michael Gonzalez" userId="22d747ed-a94c-4005-9b4f-8986c6f0ab7e" providerId="ADAL" clId="{DE2D389F-7FCA-4513-A181-E5E801C3C785}" dt="2026-10-20T17:31:08.858" v="297" actId="1076"/>
          <ac:picMkLst>
            <pc:docMk/>
            <pc:sldMk cId="2085026925" sldId="361"/>
            <ac:picMk id="5" creationId="{90155C65-F5E1-6B61-8776-502C9F934C77}"/>
          </ac:picMkLst>
        </pc:picChg>
      </pc:sldChg>
      <pc:sldChg chg="addSp modSp add mod">
        <pc:chgData name="Michael Gonzalez" userId="22d747ed-a94c-4005-9b4f-8986c6f0ab7e" providerId="ADAL" clId="{DE2D389F-7FCA-4513-A181-E5E801C3C785}" dt="2026-10-20T17:45:20.583" v="634" actId="20577"/>
        <pc:sldMkLst>
          <pc:docMk/>
          <pc:sldMk cId="2879391734" sldId="362"/>
        </pc:sldMkLst>
        <pc:spChg chg="mod">
          <ac:chgData name="Michael Gonzalez" userId="22d747ed-a94c-4005-9b4f-8986c6f0ab7e" providerId="ADAL" clId="{DE2D389F-7FCA-4513-A181-E5E801C3C785}" dt="2026-10-20T17:45:20.583" v="634" actId="20577"/>
          <ac:spMkLst>
            <pc:docMk/>
            <pc:sldMk cId="2879391734" sldId="362"/>
            <ac:spMk id="2" creationId="{3FEDD602-E8E2-C830-2ADE-246BF70A0F90}"/>
          </ac:spMkLst>
        </pc:spChg>
        <pc:spChg chg="add mod">
          <ac:chgData name="Michael Gonzalez" userId="22d747ed-a94c-4005-9b4f-8986c6f0ab7e" providerId="ADAL" clId="{DE2D389F-7FCA-4513-A181-E5E801C3C785}" dt="2026-10-20T17:33:28.098" v="313" actId="14100"/>
          <ac:spMkLst>
            <pc:docMk/>
            <pc:sldMk cId="2879391734" sldId="362"/>
            <ac:spMk id="4" creationId="{0F318574-3E5B-598A-5C7B-E480CA4206BF}"/>
          </ac:spMkLst>
        </pc:spChg>
      </pc:sldChg>
      <pc:sldChg chg="addSp delSp modSp add mod">
        <pc:chgData name="Michael Gonzalez" userId="22d747ed-a94c-4005-9b4f-8986c6f0ab7e" providerId="ADAL" clId="{DE2D389F-7FCA-4513-A181-E5E801C3C785}" dt="2026-10-20T17:45:24.804" v="636" actId="20577"/>
        <pc:sldMkLst>
          <pc:docMk/>
          <pc:sldMk cId="1448988640" sldId="363"/>
        </pc:sldMkLst>
        <pc:spChg chg="mod">
          <ac:chgData name="Michael Gonzalez" userId="22d747ed-a94c-4005-9b4f-8986c6f0ab7e" providerId="ADAL" clId="{DE2D389F-7FCA-4513-A181-E5E801C3C785}" dt="2026-10-20T17:45:24.804" v="636" actId="20577"/>
          <ac:spMkLst>
            <pc:docMk/>
            <pc:sldMk cId="1448988640" sldId="363"/>
            <ac:spMk id="2" creationId="{DC25F31C-AE1C-24A7-BD63-4D5D48C6089B}"/>
          </ac:spMkLst>
        </pc:spChg>
        <pc:spChg chg="mod ord">
          <ac:chgData name="Michael Gonzalez" userId="22d747ed-a94c-4005-9b4f-8986c6f0ab7e" providerId="ADAL" clId="{DE2D389F-7FCA-4513-A181-E5E801C3C785}" dt="2026-10-20T17:35:59.188" v="396" actId="14100"/>
          <ac:spMkLst>
            <pc:docMk/>
            <pc:sldMk cId="1448988640" sldId="363"/>
            <ac:spMk id="4" creationId="{1B7EC819-CB33-0890-A7B4-CBDDDF70EBB0}"/>
          </ac:spMkLst>
        </pc:spChg>
        <pc:picChg chg="add mod">
          <ac:chgData name="Michael Gonzalez" userId="22d747ed-a94c-4005-9b4f-8986c6f0ab7e" providerId="ADAL" clId="{DE2D389F-7FCA-4513-A181-E5E801C3C785}" dt="2026-10-20T17:36:48.904" v="429" actId="14100"/>
          <ac:picMkLst>
            <pc:docMk/>
            <pc:sldMk cId="1448988640" sldId="363"/>
            <ac:picMk id="6" creationId="{F021813C-63F7-8071-F3E9-036A1FBF76DF}"/>
          </ac:picMkLst>
        </pc:picChg>
      </pc:sldChg>
      <pc:sldChg chg="addSp delSp modSp new mod ord modNotesTx">
        <pc:chgData name="Michael Gonzalez" userId="22d747ed-a94c-4005-9b4f-8986c6f0ab7e" providerId="ADAL" clId="{DE2D389F-7FCA-4513-A181-E5E801C3C785}" dt="2026-10-27T02:30:45.381" v="1026" actId="20577"/>
        <pc:sldMkLst>
          <pc:docMk/>
          <pc:sldMk cId="3950671695" sldId="364"/>
        </pc:sldMkLst>
        <pc:spChg chg="mod">
          <ac:chgData name="Michael Gonzalez" userId="22d747ed-a94c-4005-9b4f-8986c6f0ab7e" providerId="ADAL" clId="{DE2D389F-7FCA-4513-A181-E5E801C3C785}" dt="2026-10-27T02:30:45.381" v="1026" actId="20577"/>
          <ac:spMkLst>
            <pc:docMk/>
            <pc:sldMk cId="3950671695" sldId="364"/>
            <ac:spMk id="3" creationId="{BCE126B7-723F-A8D4-9DEB-1DE176411917}"/>
          </ac:spMkLst>
        </pc:spChg>
        <pc:picChg chg="add">
          <ac:chgData name="Michael Gonzalez" userId="22d747ed-a94c-4005-9b4f-8986c6f0ab7e" providerId="ADAL" clId="{DE2D389F-7FCA-4513-A181-E5E801C3C785}" dt="2026-10-26T20:44:45.484" v="1010" actId="22"/>
          <ac:picMkLst>
            <pc:docMk/>
            <pc:sldMk cId="3950671695" sldId="364"/>
            <ac:picMk id="5" creationId="{BE4EE757-C588-568A-9B84-6423D8219450}"/>
          </ac:picMkLst>
        </pc:picChg>
      </pc:sldChg>
      <pc:sldChg chg="modSp add mod ord">
        <pc:chgData name="Michael Gonzalez" userId="22d747ed-a94c-4005-9b4f-8986c6f0ab7e" providerId="ADAL" clId="{DE2D389F-7FCA-4513-A181-E5E801C3C785}" dt="2026-10-27T02:51:19.670" v="1492"/>
        <pc:sldMkLst>
          <pc:docMk/>
          <pc:sldMk cId="3954542976" sldId="372"/>
        </pc:sldMkLst>
        <pc:spChg chg="mod">
          <ac:chgData name="Michael Gonzalez" userId="22d747ed-a94c-4005-9b4f-8986c6f0ab7e" providerId="ADAL" clId="{DE2D389F-7FCA-4513-A181-E5E801C3C785}" dt="2026-10-27T02:49:32.832" v="1490" actId="20577"/>
          <ac:spMkLst>
            <pc:docMk/>
            <pc:sldMk cId="3954542976" sldId="372"/>
            <ac:spMk id="8" creationId="{44CA1F7E-9041-E061-D0CD-C16EF8D1C443}"/>
          </ac:spMkLst>
        </pc:spChg>
        <pc:spChg chg="mod">
          <ac:chgData name="Michael Gonzalez" userId="22d747ed-a94c-4005-9b4f-8986c6f0ab7e" providerId="ADAL" clId="{DE2D389F-7FCA-4513-A181-E5E801C3C785}" dt="2026-10-27T02:46:44.957" v="1368" actId="14100"/>
          <ac:spMkLst>
            <pc:docMk/>
            <pc:sldMk cId="3954542976" sldId="372"/>
            <ac:spMk id="9" creationId="{F9A4B6F3-1C19-D2AF-2A97-E64709DB09CB}"/>
          </ac:spMkLst>
        </pc:spChg>
        <pc:picChg chg="mod">
          <ac:chgData name="Michael Gonzalez" userId="22d747ed-a94c-4005-9b4f-8986c6f0ab7e" providerId="ADAL" clId="{DE2D389F-7FCA-4513-A181-E5E801C3C785}" dt="2026-10-27T02:42:45.201" v="1276" actId="14100"/>
          <ac:picMkLst>
            <pc:docMk/>
            <pc:sldMk cId="3954542976" sldId="372"/>
            <ac:picMk id="4" creationId="{B180C693-FAA5-182C-6CE7-C70D935FE81C}"/>
          </ac:picMkLst>
        </pc:picChg>
        <pc:picChg chg="mod">
          <ac:chgData name="Michael Gonzalez" userId="22d747ed-a94c-4005-9b4f-8986c6f0ab7e" providerId="ADAL" clId="{DE2D389F-7FCA-4513-A181-E5E801C3C785}" dt="2026-10-27T02:42:40.193" v="1274" actId="1076"/>
          <ac:picMkLst>
            <pc:docMk/>
            <pc:sldMk cId="3954542976" sldId="372"/>
            <ac:picMk id="20" creationId="{78510B7A-D6C6-A057-88F8-481A42AF641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AE73EC2-0A19-8CE5-64F2-84C72AA8D6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4E5662-CD5A-2EC3-1378-35041E049D0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AAE0FDF9-0F84-4BB5-BD8E-66B547F15597}" type="datetimeFigureOut">
              <a:rPr lang="en-US"/>
              <a:pPr>
                <a:defRPr/>
              </a:pPr>
              <a:t>10/28/2026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5A19A6-C1B4-9168-1771-FC32F05A70A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72C912-F386-5E3A-B3E5-B183D997FE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74A2217F-1BDD-47CD-8CCF-A149D6027C7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0068B7C-4473-54A8-0E94-BDFD04C561F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6655" tIns="48327" rIns="96655" bIns="48327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9C26B9-45B1-27F5-7B3A-1C85E94877C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6655" tIns="48327" rIns="96655" bIns="48327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60E50000-5EFA-4C34-9112-7EFDEE647A15}" type="datetimeFigureOut">
              <a:rPr lang="en-US"/>
              <a:pPr>
                <a:defRPr/>
              </a:pPr>
              <a:t>10/28/2026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DD1AC71-6C8C-6298-DF7F-6F34840D28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5" tIns="48327" rIns="96655" bIns="48327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86B8241-E435-886E-07D0-A6F6DDFD34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6655" tIns="48327" rIns="96655" bIns="48327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E2A0B-2F02-26DB-9C44-36E327E926E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6655" tIns="48327" rIns="96655" bIns="48327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613AED-3504-FD36-C5A2-9B34162410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wrap="square" lIns="96655" tIns="48327" rIns="96655" bIns="4832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84B3412E-0D27-4A25-A4C7-E676D466D37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3412E-0D27-4A25-A4C7-E676D466D37F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43277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Ask audience which tool they primarily use and why they’re interested in learning 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3412E-0D27-4A25-A4C7-E676D466D37F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44222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3412E-0D27-4A25-A4C7-E676D466D37F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42837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40B4D-E08C-22DA-6771-C989C97F4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061D9A-4A8D-B4C1-8135-F61C45A614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6B6DBF-15AA-0144-59E2-F4FD9C64CE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0F3AF-7CA3-26E0-BB68-5B1D67FF92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3412E-0D27-4A25-A4C7-E676D466D37F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13107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D8424-2C00-923A-E567-6FDBE8053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8D495D-D07D-FF78-4446-19DBCAE89F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22A1ED-AC09-737D-65D6-29C988E203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4CB3A-1DD1-5D3D-797F-6EFE62FAFC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3412E-0D27-4A25-A4C7-E676D466D37F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1499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A6A47-F0BD-FD05-64B6-89C147DE9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4F25A8-83BC-563E-EA09-C61CD8A311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58F7A6-41DF-53DF-21B4-022861B8EE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A02623-4FF3-D6B1-A5B6-B670610412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3412E-0D27-4A25-A4C7-E676D466D37F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60747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A8606-8821-E651-F7AD-1549B2532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5F7B8A-9A2B-8837-4B47-81CC044F27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1EE2B5-DC0E-359B-1400-A563E0C31A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27B7A-8289-DD3A-C7EC-8F7792C08E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B3412E-0D27-4A25-A4C7-E676D466D37F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9367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729649"/>
            <a:ext cx="10363200" cy="786786"/>
          </a:xfrm>
        </p:spPr>
        <p:txBody>
          <a:bodyPr/>
          <a:lstStyle>
            <a:lvl1pPr algn="l">
              <a:defRPr sz="5400" b="1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399" y="2866936"/>
            <a:ext cx="10363199" cy="914400"/>
          </a:xfrm>
        </p:spPr>
        <p:txBody>
          <a:bodyPr/>
          <a:lstStyle>
            <a:lvl1pPr marL="0" indent="0" algn="l">
              <a:buFont typeface="Wingdings" pitchFamily="2" charset="2"/>
              <a:buNone/>
              <a:defRPr sz="2600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2B567C-AF0A-5C52-57CE-3BF365504DCA}"/>
              </a:ext>
            </a:extLst>
          </p:cNvPr>
          <p:cNvCxnSpPr/>
          <p:nvPr userDrawn="1"/>
        </p:nvCxnSpPr>
        <p:spPr bwMode="auto">
          <a:xfrm>
            <a:off x="914400" y="2691685"/>
            <a:ext cx="2768958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043435752"/>
      </p:ext>
    </p:extLst>
  </p:cSld>
  <p:clrMapOvr>
    <a:masterClrMapping/>
  </p:clrMapOvr>
  <p:transition advClick="0" advTm="500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01D0AA-B15C-3969-6414-7A164BBA9011}"/>
              </a:ext>
            </a:extLst>
          </p:cNvPr>
          <p:cNvCxnSpPr>
            <a:cxnSpLocks/>
          </p:cNvCxnSpPr>
          <p:nvPr/>
        </p:nvCxnSpPr>
        <p:spPr bwMode="auto">
          <a:xfrm>
            <a:off x="842434" y="1447800"/>
            <a:ext cx="2866681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651" y="1752601"/>
            <a:ext cx="10668000" cy="4108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2001" y="214047"/>
            <a:ext cx="10668000" cy="1216025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62494229"/>
      </p:ext>
    </p:extLst>
  </p:cSld>
  <p:clrMapOvr>
    <a:masterClrMapping/>
  </p:clrMapOvr>
  <p:transition advClick="0" advTm="500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22ADB77-C756-ABFB-56F1-1202343EB93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77851" y="6161088"/>
            <a:ext cx="106553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3599" y="860301"/>
            <a:ext cx="10363200" cy="1210619"/>
          </a:xfrm>
        </p:spPr>
        <p:txBody>
          <a:bodyPr anchor="t"/>
          <a:lstStyle>
            <a:lvl1pPr algn="ctr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416" y="2324130"/>
            <a:ext cx="10363200" cy="468254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DB2BBB0-67C2-687C-3822-C883093DF01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863599" y="2070920"/>
            <a:ext cx="2866681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4642846"/>
      </p:ext>
    </p:extLst>
  </p:cSld>
  <p:clrMapOvr>
    <a:masterClrMapping/>
  </p:clrMapOvr>
  <p:transition advClick="0" advTm="500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6">
            <a:extLst>
              <a:ext uri="{FF2B5EF4-FFF2-40B4-BE49-F238E27FC236}">
                <a16:creationId xmlns:a16="http://schemas.microsoft.com/office/drawing/2014/main" id="{67250885-E886-73A1-EE97-A311DD011E7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76818" y="6176963"/>
            <a:ext cx="10698480" cy="0"/>
          </a:xfrm>
          <a:prstGeom prst="line">
            <a:avLst/>
          </a:prstGeom>
          <a:ln w="12700"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6818" y="230187"/>
            <a:ext cx="10668000" cy="1216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C3B078-7901-BCAA-1E64-0397133D2DA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842434" y="1447800"/>
            <a:ext cx="2866681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1549503"/>
      </p:ext>
    </p:extLst>
  </p:cSld>
  <p:clrMapOvr>
    <a:masterClrMapping/>
  </p:clrMapOvr>
  <p:transition advClick="0" advTm="500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6">
            <a:extLst>
              <a:ext uri="{FF2B5EF4-FFF2-40B4-BE49-F238E27FC236}">
                <a16:creationId xmlns:a16="http://schemas.microsoft.com/office/drawing/2014/main" id="{ED5B99BD-3E86-8CE5-ED02-374098ABB1D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76818" y="6176963"/>
            <a:ext cx="106553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48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4"/>
            <a:ext cx="5386917" cy="395128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BFE9B46-EA74-AACE-460D-9081B75E56CE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842434" y="1447800"/>
            <a:ext cx="2866681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5876923"/>
      </p:ext>
    </p:extLst>
  </p:cSld>
  <p:clrMapOvr>
    <a:masterClrMapping/>
  </p:clrMapOvr>
  <p:transition advClick="0" advTm="500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31775"/>
            <a:ext cx="10668000" cy="1216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77F19D0-4C7D-51C6-C9F2-27A1693B565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842434" y="1447800"/>
            <a:ext cx="2866681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2046986"/>
      </p:ext>
    </p:extLst>
  </p:cSld>
  <p:clrMapOvr>
    <a:masterClrMapping/>
  </p:clrMapOvr>
  <p:transition advClick="0" advTm="500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8149494"/>
      </p:ext>
    </p:extLst>
  </p:cSld>
  <p:clrMapOvr>
    <a:masterClrMapping/>
  </p:clrMapOvr>
  <p:transition advClick="0" advTm="500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92757482"/>
      </p:ext>
    </p:extLst>
  </p:cSld>
  <p:clrMapOvr>
    <a:masterClrMapping/>
  </p:clrMapOvr>
  <p:transition advClick="0" advTm="500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31839032"/>
      </p:ext>
    </p:extLst>
  </p:cSld>
  <p:clrMapOvr>
    <a:masterClrMapping/>
  </p:clrMapOvr>
  <p:transition advClick="0" advTm="500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8065048"/>
      </p:ext>
    </p:extLst>
  </p:cSld>
  <p:clrMapOvr>
    <a:masterClrMapping/>
  </p:clrMapOvr>
  <p:transition advClick="0" advTm="500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052655"/>
      </p:ext>
    </p:extLst>
  </p:cSld>
  <p:clrMapOvr>
    <a:masterClrMapping/>
  </p:clrMapOvr>
  <p:transition advClick="0" advTm="500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A9DAD1E-5C17-49CE-B46A-DCAFF4117D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0F1992F-3383-D29C-4D3C-10ACB74428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5F049B-377D-7F30-7D70-027068BEC0FD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303866" y="6251574"/>
            <a:ext cx="2816178" cy="52803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 advClick="0" advTm="500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ヒラギノ角ゴ Pro W3" charset="0"/>
          <a:cs typeface="ヒラギノ角ゴ Pro W3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ヒラギノ角ゴ Pro W3" charset="0"/>
          <a:cs typeface="ヒラギノ角ゴ Pro W3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ヒラギノ角ゴ Pro W3" charset="0"/>
          <a:cs typeface="ヒラギノ角ゴ Pro W3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ヒラギノ角ゴ Pro W3" charset="0"/>
          <a:cs typeface="ヒラギノ角ゴ Pro W3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115000"/>
        <a:buFont typeface="Helvetica" panose="020B0604020202020204" pitchFamily="34" charset="0"/>
        <a:buChar char="•"/>
        <a:defRPr sz="3000">
          <a:solidFill>
            <a:schemeClr val="tx1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</a:defRPr>
      </a:lvl1pPr>
      <a:lvl2pPr marL="908050" indent="-4365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115000"/>
        <a:buFont typeface="Helvetica" panose="020B0604020202020204" pitchFamily="34" charset="0"/>
        <a:buChar char="•"/>
        <a:defRPr sz="2600">
          <a:solidFill>
            <a:schemeClr val="tx1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</a:defRPr>
      </a:lvl2pPr>
      <a:lvl3pPr marL="1304925" indent="-39528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115000"/>
        <a:buFont typeface="Helvetica" panose="020B0604020202020204" pitchFamily="34" charset="0"/>
        <a:buChar char="•"/>
        <a:defRPr sz="2300">
          <a:solidFill>
            <a:schemeClr val="tx1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</a:defRPr>
      </a:lvl3pPr>
      <a:lvl4pPr marL="1693863" indent="-3873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115000"/>
        <a:buFont typeface="Helvetica" panose="020B0604020202020204" pitchFamily="34" charset="0"/>
        <a:buChar char="•"/>
        <a:defRPr sz="2000">
          <a:solidFill>
            <a:schemeClr val="tx1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</a:defRPr>
      </a:lvl4pPr>
      <a:lvl5pPr marL="20939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SzPct val="115000"/>
        <a:buFont typeface="Helvetica" panose="020B0604020202020204" pitchFamily="34" charset="0"/>
        <a:buChar char="•"/>
        <a:defRPr sz="2000">
          <a:solidFill>
            <a:schemeClr val="tx1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</a:defRPr>
      </a:lvl5pPr>
      <a:lvl6pPr marL="25511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package" Target="../embeddings/Microsoft_PowerPoint_Presentation.pptx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3C2AE6F-5530-0197-8998-E7E43AEF39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84" t="22935" r="51932" b="21221"/>
          <a:stretch>
            <a:fillRect/>
          </a:stretch>
        </p:blipFill>
        <p:spPr>
          <a:xfrm flipH="1">
            <a:off x="8127254" y="6280068"/>
            <a:ext cx="233136" cy="48843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70BBAB8-F63C-5E9D-5ADD-D21D2E68F8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4071" y="10476"/>
            <a:ext cx="1136793" cy="20278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6DB8E1-4BFD-045E-48CA-F683C537B9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629265"/>
            <a:ext cx="12005187" cy="1887170"/>
          </a:xfrm>
        </p:spPr>
        <p:txBody>
          <a:bodyPr/>
          <a:lstStyle/>
          <a:p>
            <a:r>
              <a:rPr lang="en-US" sz="3800" dirty="0"/>
              <a:t>IR 101: Getting Started with R and RStudio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5BAE21-C959-0B4C-CA07-12C818905F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000" dirty="0"/>
              <a:t>2026 CAIR Conference</a:t>
            </a:r>
          </a:p>
          <a:p>
            <a:r>
              <a:rPr lang="en-US" sz="2000" dirty="0"/>
              <a:t>October 28, 2026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23E9B90-B180-9093-9476-DCB43B879F90}"/>
              </a:ext>
            </a:extLst>
          </p:cNvPr>
          <p:cNvSpPr txBox="1">
            <a:spLocks/>
          </p:cNvSpPr>
          <p:nvPr/>
        </p:nvSpPr>
        <p:spPr bwMode="auto">
          <a:xfrm>
            <a:off x="914399" y="4634853"/>
            <a:ext cx="10363199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15000"/>
              <a:buFont typeface="Wingdings" pitchFamily="2" charset="2"/>
              <a:buNone/>
              <a:defRPr sz="2600">
                <a:solidFill>
                  <a:schemeClr val="tx1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</a:defRPr>
            </a:lvl1pPr>
            <a:lvl2pPr marL="908050" indent="-4365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15000"/>
              <a:buFont typeface="Helvetica" panose="020B0604020202020204" pitchFamily="34" charset="0"/>
              <a:buChar char="•"/>
              <a:defRPr sz="2600">
                <a:solidFill>
                  <a:schemeClr val="tx1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</a:defRPr>
            </a:lvl2pPr>
            <a:lvl3pPr marL="1304925" indent="-3952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15000"/>
              <a:buFont typeface="Helvetica" panose="020B0604020202020204" pitchFamily="34" charset="0"/>
              <a:buChar char="•"/>
              <a:defRPr sz="2300">
                <a:solidFill>
                  <a:schemeClr val="tx1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</a:defRPr>
            </a:lvl3pPr>
            <a:lvl4pPr marL="1693863" indent="-3873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15000"/>
              <a:buFont typeface="Helvetica" panose="020B0604020202020204" pitchFamily="34" charset="0"/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</a:defRPr>
            </a:lvl4pPr>
            <a:lvl5pPr marL="2093913" indent="-398463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SzPct val="115000"/>
              <a:buFont typeface="Helvetica" panose="020B0604020202020204" pitchFamily="34" charset="0"/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</a:defRPr>
            </a:lvl5pPr>
            <a:lvl6pPr marL="2551113" indent="-398463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3008313" indent="-398463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65513" indent="-398463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922713" indent="-398463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1800" b="1" kern="0" dirty="0">
                <a:latin typeface="Arial" panose="020B0604020202020204" pitchFamily="34" charset="0"/>
                <a:cs typeface="Arial" panose="020B0604020202020204" pitchFamily="34" charset="0"/>
              </a:rPr>
              <a:t>Michael Gonzalez &amp; Dorthy Schmidt</a:t>
            </a:r>
            <a:br>
              <a:rPr lang="en-US" sz="1800" kern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kern="0" dirty="0">
                <a:latin typeface="Arial" panose="020B0604020202020204" pitchFamily="34" charset="0"/>
                <a:cs typeface="Arial" panose="020B0604020202020204" pitchFamily="34" charset="0"/>
              </a:rPr>
              <a:t>Institutional Research, Planning, and Effectiveness</a:t>
            </a:r>
            <a:br>
              <a:rPr lang="en-US" sz="1800" kern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kern="0" dirty="0">
                <a:latin typeface="Arial" panose="020B0604020202020204" pitchFamily="34" charset="0"/>
                <a:cs typeface="Arial" panose="020B0604020202020204" pitchFamily="34" charset="0"/>
              </a:rPr>
              <a:t>Fresno City College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134A369-6F29-551B-6F51-9077669EFA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949" r="67285" b="42022"/>
          <a:stretch>
            <a:fillRect/>
          </a:stretch>
        </p:blipFill>
        <p:spPr>
          <a:xfrm>
            <a:off x="601134" y="568176"/>
            <a:ext cx="1669424" cy="123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067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5000"/>
    </mc:Choice>
    <mc:Fallback xmlns="">
      <p:transition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F86FF-C77A-5CFA-8086-9E730058B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C3D39C-C5FB-F861-DE51-A8B4B6ED0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Learning</a:t>
            </a:r>
            <a:r>
              <a:rPr lang="en-US" sz="2800"/>
              <a:t> </a:t>
            </a:r>
            <a:r>
              <a:rPr lang="en-US"/>
              <a:t>Outcomes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80D7F2-4926-3047-6414-C44C223C8457}"/>
              </a:ext>
            </a:extLst>
          </p:cNvPr>
          <p:cNvSpPr txBox="1"/>
          <p:nvPr/>
        </p:nvSpPr>
        <p:spPr>
          <a:xfrm>
            <a:off x="762001" y="1776590"/>
            <a:ext cx="1049889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Describe the benefits of learning 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Differentiate between R and RStudio.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Identify the four panes of the RStudio environment.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Import data into RStudio.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Apply R packages for basic data tasks.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Create a simple data visualization using 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solidFill>
                <a:srgbClr val="65717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501264-6557-6DF8-823A-C184103675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4073" y="1"/>
            <a:ext cx="1136793" cy="20278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2FA2998-7A4F-54EF-1179-F272351647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84" t="22935" r="51932" b="21221"/>
          <a:stretch>
            <a:fillRect/>
          </a:stretch>
        </p:blipFill>
        <p:spPr>
          <a:xfrm flipH="1">
            <a:off x="8127254" y="6280068"/>
            <a:ext cx="233136" cy="488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170904"/>
      </p:ext>
    </p:extLst>
  </p:cSld>
  <p:clrMapOvr>
    <a:masterClrMapping/>
  </p:clrMapOvr>
  <p:transition advClick="0" advTm="500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E126B7-723F-A8D4-9DEB-1DE176411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learn R?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0CA96F-9052-0592-A5C2-DFEFFDAF6E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4073" y="1"/>
            <a:ext cx="1136793" cy="20278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4EE757-C588-568A-9B84-6423D82194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84" t="22935" r="51932" b="21221"/>
          <a:stretch>
            <a:fillRect/>
          </a:stretch>
        </p:blipFill>
        <p:spPr>
          <a:xfrm flipH="1">
            <a:off x="8127254" y="6280068"/>
            <a:ext cx="233136" cy="4884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3DBF4F-80C3-7884-5664-B3C21C356740}"/>
              </a:ext>
            </a:extLst>
          </p:cNvPr>
          <p:cNvSpPr txBox="1"/>
          <p:nvPr/>
        </p:nvSpPr>
        <p:spPr>
          <a:xfrm>
            <a:off x="762001" y="1776590"/>
            <a:ext cx="1049889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Free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Reproducibility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Automates repetitive tasks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Handles large datasets well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Create custom data viz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Add to your skillset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solidFill>
                <a:srgbClr val="65717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671695"/>
      </p:ext>
    </p:extLst>
  </p:cSld>
  <p:clrMapOvr>
    <a:masterClrMapping/>
  </p:clrMapOvr>
  <p:transition advClick="0" advTm="500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6F84E-BC3F-D8BA-EB81-9B38C9315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4E0B29-907E-C49C-48EE-70A3053EF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 and RStudio are not the same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4B6857-6248-276E-3B16-31BEBFA9DC95}"/>
              </a:ext>
            </a:extLst>
          </p:cNvPr>
          <p:cNvSpPr txBox="1">
            <a:spLocks/>
          </p:cNvSpPr>
          <p:nvPr/>
        </p:nvSpPr>
        <p:spPr>
          <a:xfrm>
            <a:off x="761999" y="1995986"/>
            <a:ext cx="5012634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Programming language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C65A87-9D91-6844-46D9-9CDD49F7AD85}"/>
              </a:ext>
            </a:extLst>
          </p:cNvPr>
          <p:cNvSpPr txBox="1"/>
          <p:nvPr/>
        </p:nvSpPr>
        <p:spPr>
          <a:xfrm>
            <a:off x="6240552" y="1995986"/>
            <a:ext cx="501263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2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Interface for writing R code</a:t>
            </a:r>
          </a:p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 descr="R (programming language) - Wikipedia">
            <a:extLst>
              <a:ext uri="{FF2B5EF4-FFF2-40B4-BE49-F238E27FC236}">
                <a16:creationId xmlns:a16="http://schemas.microsoft.com/office/drawing/2014/main" id="{F0DE964C-11FB-1D57-D8C7-EDFD778AA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240" y="1832383"/>
            <a:ext cx="883891" cy="685016"/>
          </a:xfrm>
          <a:prstGeom prst="rect">
            <a:avLst/>
          </a:prstGeom>
        </p:spPr>
      </p:pic>
      <p:pic>
        <p:nvPicPr>
          <p:cNvPr id="17" name="Picture 16" descr="Install R and Rstudio: why R rocks 💻 🔥">
            <a:extLst>
              <a:ext uri="{FF2B5EF4-FFF2-40B4-BE49-F238E27FC236}">
                <a16:creationId xmlns:a16="http://schemas.microsoft.com/office/drawing/2014/main" id="{6671C306-6D1E-FF9D-8578-6F76C20B5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552" y="1832383"/>
            <a:ext cx="1950723" cy="6850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0D1F255-E35C-1568-82F7-A5DBEE564D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4073" y="1"/>
            <a:ext cx="1136793" cy="20278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C3FD7C0-05A4-D272-D757-DA09A46A56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84" t="22935" r="51932" b="21221"/>
          <a:stretch>
            <a:fillRect/>
          </a:stretch>
        </p:blipFill>
        <p:spPr>
          <a:xfrm flipH="1">
            <a:off x="8127254" y="6280068"/>
            <a:ext cx="233136" cy="488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319939"/>
      </p:ext>
    </p:extLst>
  </p:cSld>
  <p:clrMapOvr>
    <a:masterClrMapping/>
  </p:clrMapOvr>
  <p:transition advClick="0" advTm="500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4A16A-1191-8457-03C0-076D8C750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24" y="-69574"/>
            <a:ext cx="10668000" cy="1216025"/>
          </a:xfrm>
        </p:spPr>
        <p:txBody>
          <a:bodyPr/>
          <a:lstStyle/>
          <a:p>
            <a:r>
              <a:rPr lang="en-US"/>
              <a:t>Step 1: Go to posit.cloud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708379-AE93-D2CF-B1D6-744E47A2C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424" y="1146451"/>
            <a:ext cx="10895575" cy="498641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ABD8245-B2B8-8470-D0C2-C31F0576B8B4}"/>
              </a:ext>
            </a:extLst>
          </p:cNvPr>
          <p:cNvSpPr/>
          <p:nvPr/>
        </p:nvSpPr>
        <p:spPr bwMode="auto">
          <a:xfrm>
            <a:off x="636104" y="4995512"/>
            <a:ext cx="1918253" cy="966878"/>
          </a:xfrm>
          <a:prstGeom prst="rect">
            <a:avLst/>
          </a:prstGeom>
          <a:noFill/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633628-7C3F-E2AB-E3DB-06A0CDD109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84" t="22935" r="51932" b="21221"/>
          <a:stretch>
            <a:fillRect/>
          </a:stretch>
        </p:blipFill>
        <p:spPr>
          <a:xfrm flipH="1">
            <a:off x="8127254" y="6280068"/>
            <a:ext cx="233136" cy="488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155071"/>
      </p:ext>
    </p:extLst>
  </p:cSld>
  <p:clrMapOvr>
    <a:masterClrMapping/>
  </p:clrMapOvr>
  <p:transition advClick="0" advTm="500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9B8B9-F030-EC46-6791-1E1F14F29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4F53B-E0B9-B18B-FDB1-93E450C14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24" y="-69574"/>
            <a:ext cx="10668000" cy="1216025"/>
          </a:xfrm>
        </p:spPr>
        <p:txBody>
          <a:bodyPr/>
          <a:lstStyle/>
          <a:p>
            <a:r>
              <a:rPr lang="en-US" dirty="0"/>
              <a:t>Step 2: Select the free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DCF4CB-75B3-2C02-08E2-E7E1F8762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635" y="1146451"/>
            <a:ext cx="11115261" cy="509725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5111DF2-2904-33B8-CC6A-A6AF00CF4998}"/>
              </a:ext>
            </a:extLst>
          </p:cNvPr>
          <p:cNvSpPr/>
          <p:nvPr/>
        </p:nvSpPr>
        <p:spPr bwMode="auto">
          <a:xfrm>
            <a:off x="1794008" y="2212555"/>
            <a:ext cx="1918253" cy="4031148"/>
          </a:xfrm>
          <a:prstGeom prst="rect">
            <a:avLst/>
          </a:prstGeom>
          <a:noFill/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8CB9C4-286D-F4D7-0F7B-0FE0FA9115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1560" y="5890266"/>
            <a:ext cx="517877" cy="517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584425"/>
      </p:ext>
    </p:extLst>
  </p:cSld>
  <p:clrMapOvr>
    <a:masterClrMapping/>
  </p:clrMapOvr>
  <p:transition advClick="0" advTm="500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DF14A-6211-4A3D-4FCB-565E4313A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42A79-C2CE-94F6-FD46-2FEFFBB55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24" y="-69574"/>
            <a:ext cx="10668000" cy="1216025"/>
          </a:xfrm>
        </p:spPr>
        <p:txBody>
          <a:bodyPr/>
          <a:lstStyle/>
          <a:p>
            <a:r>
              <a:rPr lang="en-US"/>
              <a:t>Step 3: Click sign up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91F81C-BA20-0531-F8DF-8CE49FB7F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22" y="1146451"/>
            <a:ext cx="11349063" cy="509725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F411956-9906-8B40-1DAF-C5719EB75136}"/>
              </a:ext>
            </a:extLst>
          </p:cNvPr>
          <p:cNvSpPr/>
          <p:nvPr/>
        </p:nvSpPr>
        <p:spPr bwMode="auto">
          <a:xfrm rot="5400000">
            <a:off x="7058560" y="-427488"/>
            <a:ext cx="2397614" cy="6806237"/>
          </a:xfrm>
          <a:prstGeom prst="rect">
            <a:avLst/>
          </a:prstGeom>
          <a:noFill/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7CBC67-B7CD-D272-51DD-B8D03C2A87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1560" y="5890266"/>
            <a:ext cx="517877" cy="517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274336"/>
      </p:ext>
    </p:extLst>
  </p:cSld>
  <p:clrMapOvr>
    <a:masterClrMapping/>
  </p:clrMapOvr>
  <p:transition advClick="0" advTm="500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2017C-F09B-7BF0-0CE1-57FBD03C9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BC72E-C09B-0F39-FCD9-AA83F11B1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24" y="-69574"/>
            <a:ext cx="10668000" cy="1216025"/>
          </a:xfrm>
        </p:spPr>
        <p:txBody>
          <a:bodyPr/>
          <a:lstStyle/>
          <a:p>
            <a:r>
              <a:rPr lang="en-US"/>
              <a:t>Step 4: Enter your information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515C53-163F-20A4-C06B-235117868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844" y="1159931"/>
            <a:ext cx="10830340" cy="517353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30D1755-E546-311E-2095-E18DC04538A5}"/>
              </a:ext>
            </a:extLst>
          </p:cNvPr>
          <p:cNvSpPr/>
          <p:nvPr/>
        </p:nvSpPr>
        <p:spPr bwMode="auto">
          <a:xfrm rot="5400000">
            <a:off x="4913760" y="331822"/>
            <a:ext cx="2099437" cy="4949687"/>
          </a:xfrm>
          <a:prstGeom prst="rect">
            <a:avLst/>
          </a:prstGeom>
          <a:noFill/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393750E-DE43-2749-0E3C-C7B68606AD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1560" y="5890266"/>
            <a:ext cx="517877" cy="517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598912"/>
      </p:ext>
    </p:extLst>
  </p:cSld>
  <p:clrMapOvr>
    <a:masterClrMapping/>
  </p:clrMapOvr>
  <p:transition advClick="0" advTm="500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6962A-8963-5579-2593-7F712D7BD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C3D34-11E6-B0FB-DC4E-58CF2CEEC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24" y="-69574"/>
            <a:ext cx="10668000" cy="1216025"/>
          </a:xfrm>
        </p:spPr>
        <p:txBody>
          <a:bodyPr/>
          <a:lstStyle/>
          <a:p>
            <a:r>
              <a:rPr lang="en-US"/>
              <a:t>Step 5: Select New Project at top right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D54F12-77E9-B473-E710-71DD652E1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33" y="1146451"/>
            <a:ext cx="10969274" cy="516656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548EDA1-2D20-B54D-309D-EC22FE4DDC3A}"/>
              </a:ext>
            </a:extLst>
          </p:cNvPr>
          <p:cNvSpPr/>
          <p:nvPr/>
        </p:nvSpPr>
        <p:spPr bwMode="auto">
          <a:xfrm rot="5400000">
            <a:off x="10428910" y="1430281"/>
            <a:ext cx="805944" cy="1058449"/>
          </a:xfrm>
          <a:prstGeom prst="rect">
            <a:avLst/>
          </a:prstGeom>
          <a:noFill/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8223AD-7CAA-7E6E-CA78-2862C5AE05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94" y="6297976"/>
            <a:ext cx="392334" cy="42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584502"/>
      </p:ext>
    </p:extLst>
  </p:cSld>
  <p:clrMapOvr>
    <a:masterClrMapping/>
  </p:clrMapOvr>
  <p:transition advClick="0" advTm="500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926BA-FD91-0FE5-35B5-9536F9357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CC912-1617-4DE1-9EFA-C870425AC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24" y="-69574"/>
            <a:ext cx="10668000" cy="1216025"/>
          </a:xfrm>
        </p:spPr>
        <p:txBody>
          <a:bodyPr/>
          <a:lstStyle/>
          <a:p>
            <a:r>
              <a:rPr lang="en-US" dirty="0"/>
              <a:t>Step 6: Select New RStudio Project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5B4D31-B23C-C8D4-40DF-673009F3FD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94" y="6297976"/>
            <a:ext cx="392334" cy="4228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3BF7BD-DF8D-6EFE-CEA1-4D1ADDC88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000" y="1146450"/>
            <a:ext cx="11512412" cy="500696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8EEDE7E-8F15-6686-D092-57BBF91AF2C5}"/>
              </a:ext>
            </a:extLst>
          </p:cNvPr>
          <p:cNvSpPr/>
          <p:nvPr/>
        </p:nvSpPr>
        <p:spPr bwMode="auto">
          <a:xfrm rot="5400000">
            <a:off x="10148256" y="1499110"/>
            <a:ext cx="484092" cy="2068636"/>
          </a:xfrm>
          <a:prstGeom prst="rect">
            <a:avLst/>
          </a:prstGeom>
          <a:noFill/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1298594"/>
      </p:ext>
    </p:extLst>
  </p:cSld>
  <p:clrMapOvr>
    <a:masterClrMapping/>
  </p:clrMapOvr>
  <p:transition advClick="0" advTm="500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6B732-E0B4-304D-EB1F-5E2011485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6BC8A-3F7A-E6AB-6E91-56BAC9115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24" y="-69574"/>
            <a:ext cx="10668000" cy="1216025"/>
          </a:xfrm>
        </p:spPr>
        <p:txBody>
          <a:bodyPr/>
          <a:lstStyle/>
          <a:p>
            <a:r>
              <a:rPr lang="en-US"/>
              <a:t>This is the RStudio Environment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D9C8C5-49FE-C558-9F7E-5DE6586F0167}"/>
              </a:ext>
            </a:extLst>
          </p:cNvPr>
          <p:cNvSpPr/>
          <p:nvPr/>
        </p:nvSpPr>
        <p:spPr bwMode="auto">
          <a:xfrm rot="5400000">
            <a:off x="10428910" y="1430281"/>
            <a:ext cx="805944" cy="1058449"/>
          </a:xfrm>
          <a:prstGeom prst="rect">
            <a:avLst/>
          </a:prstGeom>
          <a:noFill/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155C65-F5E1-6B61-8776-502C9F934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781" y="1146451"/>
            <a:ext cx="11440438" cy="48794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AF5D023-D002-9E8A-6F48-506B5A899E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94" y="6297976"/>
            <a:ext cx="392334" cy="42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026925"/>
      </p:ext>
    </p:extLst>
  </p:cSld>
  <p:clrMapOvr>
    <a:masterClrMapping/>
  </p:clrMapOvr>
  <p:transition advClick="0" advTm="500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A31B5-9EE2-C776-09F8-EE3115970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DD602-E8E2-C830-2ADE-246BF70A0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24" y="-69574"/>
            <a:ext cx="10668000" cy="1216025"/>
          </a:xfrm>
        </p:spPr>
        <p:txBody>
          <a:bodyPr/>
          <a:lstStyle/>
          <a:p>
            <a:r>
              <a:rPr lang="en-US" dirty="0"/>
              <a:t>Step 7: Hit green plus sign at top left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A40F1C-3263-784E-E9B4-AB9B0A0F0262}"/>
              </a:ext>
            </a:extLst>
          </p:cNvPr>
          <p:cNvSpPr/>
          <p:nvPr/>
        </p:nvSpPr>
        <p:spPr bwMode="auto">
          <a:xfrm rot="5400000">
            <a:off x="10428910" y="1430281"/>
            <a:ext cx="805944" cy="1058449"/>
          </a:xfrm>
          <a:prstGeom prst="rect">
            <a:avLst/>
          </a:prstGeom>
          <a:noFill/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83928F-8AFE-0ED7-7889-058673F20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781" y="1146451"/>
            <a:ext cx="11440438" cy="487945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F318574-3E5B-598A-5C7B-E480CA4206BF}"/>
              </a:ext>
            </a:extLst>
          </p:cNvPr>
          <p:cNvSpPr/>
          <p:nvPr/>
        </p:nvSpPr>
        <p:spPr bwMode="auto">
          <a:xfrm rot="5400000">
            <a:off x="313900" y="1148969"/>
            <a:ext cx="469724" cy="564263"/>
          </a:xfrm>
          <a:prstGeom prst="rect">
            <a:avLst/>
          </a:prstGeom>
          <a:noFill/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27D2E9-4BC6-A4D4-EC2E-E8A2A05CC8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94" y="6297976"/>
            <a:ext cx="392334" cy="42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391734"/>
      </p:ext>
    </p:extLst>
  </p:cSld>
  <p:clrMapOvr>
    <a:masterClrMapping/>
  </p:clrMapOvr>
  <p:transition advClick="0" advTm="500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B14C1-8926-29BC-3C0B-CE8499306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5F31C-AE1C-24A7-BD63-4D5D48C60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24" y="-69574"/>
            <a:ext cx="10668000" cy="1216025"/>
          </a:xfrm>
        </p:spPr>
        <p:txBody>
          <a:bodyPr/>
          <a:lstStyle/>
          <a:p>
            <a:r>
              <a:rPr lang="en-US" dirty="0"/>
              <a:t>Step 8: Select ‘R Script’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21813C-63F7-8071-F3E9-036A1FBF7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34" y="1146451"/>
            <a:ext cx="11591290" cy="499756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B7EC819-CB33-0890-A7B4-CBDDDF70EBB0}"/>
              </a:ext>
            </a:extLst>
          </p:cNvPr>
          <p:cNvSpPr/>
          <p:nvPr/>
        </p:nvSpPr>
        <p:spPr bwMode="auto">
          <a:xfrm rot="5400000">
            <a:off x="747092" y="897404"/>
            <a:ext cx="469724" cy="1430650"/>
          </a:xfrm>
          <a:prstGeom prst="rect">
            <a:avLst/>
          </a:prstGeom>
          <a:noFill/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B94BBC-BEF6-EA48-1942-1EAD8D219A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94" y="6297976"/>
            <a:ext cx="392334" cy="42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988640"/>
      </p:ext>
    </p:extLst>
  </p:cSld>
  <p:clrMapOvr>
    <a:masterClrMapping/>
  </p:clrMapOvr>
  <p:transition advClick="0" advTm="500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E26AB-57A4-B6B7-5B94-8EE691F66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0A0EE4-2546-EC89-70B3-D05019998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9646"/>
            <a:ext cx="12218003" cy="507153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AB106F0-1EB6-EB40-AF8B-265943EBE2A6}"/>
              </a:ext>
            </a:extLst>
          </p:cNvPr>
          <p:cNvSpPr/>
          <p:nvPr/>
        </p:nvSpPr>
        <p:spPr bwMode="auto">
          <a:xfrm rot="5400000">
            <a:off x="2142976" y="-945637"/>
            <a:ext cx="2372581" cy="6658533"/>
          </a:xfrm>
          <a:prstGeom prst="rect">
            <a:avLst/>
          </a:prstGeom>
          <a:noFill/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6C13A5-A635-83A6-2E82-4D0901A3A0DA}"/>
              </a:ext>
            </a:extLst>
          </p:cNvPr>
          <p:cNvSpPr txBox="1"/>
          <p:nvPr/>
        </p:nvSpPr>
        <p:spPr>
          <a:xfrm>
            <a:off x="0" y="3076080"/>
            <a:ext cx="1697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 pane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914DAB-10C2-CEEF-3076-2FBD602A817E}"/>
              </a:ext>
            </a:extLst>
          </p:cNvPr>
          <p:cNvSpPr txBox="1"/>
          <p:nvPr/>
        </p:nvSpPr>
        <p:spPr>
          <a:xfrm>
            <a:off x="225287" y="1582712"/>
            <a:ext cx="1697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1+1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2AD98C-8E6B-6B61-4708-810CC4EF50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94" y="6297976"/>
            <a:ext cx="392334" cy="42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9194"/>
      </p:ext>
    </p:extLst>
  </p:cSld>
  <p:clrMapOvr>
    <a:masterClrMapping/>
  </p:clrMapOvr>
  <p:transition advClick="0" advTm="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DC172-A4DE-0252-21A4-FC3FE3330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7986B0-6086-E1F4-FD43-77DDC973B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9645"/>
            <a:ext cx="12218003" cy="528447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C9B2930-269F-3F55-AB7C-1859E209666D}"/>
              </a:ext>
            </a:extLst>
          </p:cNvPr>
          <p:cNvSpPr/>
          <p:nvPr/>
        </p:nvSpPr>
        <p:spPr bwMode="auto">
          <a:xfrm rot="5400000">
            <a:off x="1921768" y="1701921"/>
            <a:ext cx="2814998" cy="6658533"/>
          </a:xfrm>
          <a:prstGeom prst="rect">
            <a:avLst/>
          </a:prstGeom>
          <a:noFill/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823EF0-7B7F-8872-ACA7-C244A7B01E52}"/>
              </a:ext>
            </a:extLst>
          </p:cNvPr>
          <p:cNvSpPr txBox="1"/>
          <p:nvPr/>
        </p:nvSpPr>
        <p:spPr>
          <a:xfrm>
            <a:off x="0" y="6069354"/>
            <a:ext cx="1697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Console pane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729A74-00D0-C362-765B-36B142A1160C}"/>
              </a:ext>
            </a:extLst>
          </p:cNvPr>
          <p:cNvSpPr txBox="1"/>
          <p:nvPr/>
        </p:nvSpPr>
        <p:spPr>
          <a:xfrm>
            <a:off x="72887" y="5647684"/>
            <a:ext cx="1697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27EB90-69F1-0903-9573-F05249D6FC04}"/>
              </a:ext>
            </a:extLst>
          </p:cNvPr>
          <p:cNvSpPr txBox="1"/>
          <p:nvPr/>
        </p:nvSpPr>
        <p:spPr>
          <a:xfrm>
            <a:off x="225287" y="1582712"/>
            <a:ext cx="1697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1+1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8141EF-96D1-5FC8-CA57-812630E0F621}"/>
              </a:ext>
            </a:extLst>
          </p:cNvPr>
          <p:cNvSpPr/>
          <p:nvPr/>
        </p:nvSpPr>
        <p:spPr bwMode="auto">
          <a:xfrm rot="5400000">
            <a:off x="5135410" y="1233851"/>
            <a:ext cx="302012" cy="564263"/>
          </a:xfrm>
          <a:prstGeom prst="rect">
            <a:avLst/>
          </a:prstGeom>
          <a:noFill/>
          <a:ln w="762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9C4AEA-8F7A-2A35-C81A-4313FEDC4D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94" y="6297976"/>
            <a:ext cx="392334" cy="42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664458"/>
      </p:ext>
    </p:extLst>
  </p:cSld>
  <p:clrMapOvr>
    <a:masterClrMapping/>
  </p:clrMapOvr>
  <p:transition advClick="0" advTm="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8A56A-91E5-57B8-4484-341635B38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D45E49F-048F-A99F-984E-4D49A5B44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9646"/>
            <a:ext cx="12218003" cy="507153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2BD6A3C-82F3-0A67-A334-8DE4FF7DA649}"/>
              </a:ext>
            </a:extLst>
          </p:cNvPr>
          <p:cNvSpPr/>
          <p:nvPr/>
        </p:nvSpPr>
        <p:spPr bwMode="auto">
          <a:xfrm rot="5400000">
            <a:off x="8444627" y="-665967"/>
            <a:ext cx="1897693" cy="5597047"/>
          </a:xfrm>
          <a:prstGeom prst="rect">
            <a:avLst/>
          </a:prstGeom>
          <a:noFill/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FCD53F-FB1B-04AA-B41B-F939AD51A70E}"/>
              </a:ext>
            </a:extLst>
          </p:cNvPr>
          <p:cNvSpPr txBox="1"/>
          <p:nvPr/>
        </p:nvSpPr>
        <p:spPr>
          <a:xfrm>
            <a:off x="6594949" y="2695293"/>
            <a:ext cx="2542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Environment pane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15D0B4-7497-04AF-1E39-087B59CA491A}"/>
              </a:ext>
            </a:extLst>
          </p:cNvPr>
          <p:cNvSpPr txBox="1"/>
          <p:nvPr/>
        </p:nvSpPr>
        <p:spPr>
          <a:xfrm>
            <a:off x="6685722" y="1646967"/>
            <a:ext cx="4161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Dataset: 2026 Fall Enrollment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F53B99-2E2E-8032-0055-753DF4C989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94" y="6297976"/>
            <a:ext cx="392334" cy="42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830560"/>
      </p:ext>
    </p:extLst>
  </p:cSld>
  <p:clrMapOvr>
    <a:masterClrMapping/>
  </p:clrMapOvr>
  <p:transition advClick="0" advTm="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DE99A-7442-F797-7112-7F5ECCBDC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7D2F13-0344-1CD0-23D4-C347AA431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9646"/>
            <a:ext cx="12218003" cy="507153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8F2CB32-2DA4-0292-0119-890C2041F48B}"/>
              </a:ext>
            </a:extLst>
          </p:cNvPr>
          <p:cNvSpPr/>
          <p:nvPr/>
        </p:nvSpPr>
        <p:spPr bwMode="auto">
          <a:xfrm rot="5400000">
            <a:off x="7985052" y="1741408"/>
            <a:ext cx="2898266" cy="5515627"/>
          </a:xfrm>
          <a:prstGeom prst="rect">
            <a:avLst/>
          </a:prstGeom>
          <a:noFill/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813D24-5276-3A42-5152-315120BDDC4E}"/>
              </a:ext>
            </a:extLst>
          </p:cNvPr>
          <p:cNvSpPr txBox="1"/>
          <p:nvPr/>
        </p:nvSpPr>
        <p:spPr>
          <a:xfrm>
            <a:off x="6676371" y="5525309"/>
            <a:ext cx="1697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 pane</a:t>
            </a:r>
          </a:p>
        </p:txBody>
      </p:sp>
      <p:pic>
        <p:nvPicPr>
          <p:cNvPr id="3" name="Picture 2" descr="Density plot by group in ggplot2 | R CHARTS">
            <a:extLst>
              <a:ext uri="{FF2B5EF4-FFF2-40B4-BE49-F238E27FC236}">
                <a16:creationId xmlns:a16="http://schemas.microsoft.com/office/drawing/2014/main" id="{311982EC-EC7D-54B9-C617-C27A5E760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5740" y="3689019"/>
            <a:ext cx="2205622" cy="22056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E979CE-55B1-769E-E99D-A2A304725C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94" y="6297976"/>
            <a:ext cx="392334" cy="42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866455"/>
      </p:ext>
    </p:extLst>
  </p:cSld>
  <p:clrMapOvr>
    <a:masterClrMapping/>
  </p:clrMapOvr>
  <p:transition advClick="0" advTm="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C4199-1442-B939-91E6-8E40FDB2F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707E0D3-8DF7-6583-01CC-1D09A9B8839C}"/>
              </a:ext>
            </a:extLst>
          </p:cNvPr>
          <p:cNvSpPr/>
          <p:nvPr/>
        </p:nvSpPr>
        <p:spPr bwMode="auto">
          <a:xfrm>
            <a:off x="883920" y="1838960"/>
            <a:ext cx="426720" cy="2770882"/>
          </a:xfrm>
          <a:prstGeom prst="rect">
            <a:avLst/>
          </a:prstGeom>
          <a:solidFill>
            <a:srgbClr val="D9D9D9"/>
          </a:solidFill>
          <a:ln w="9525" cap="flat" cmpd="sng" algn="ctr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595500-EED8-F5F9-6A71-EBE0CBF9F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R code doesn’t have to be scary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8F75CE-743A-A24B-A792-99156D1F1A2B}"/>
              </a:ext>
            </a:extLst>
          </p:cNvPr>
          <p:cNvSpPr txBox="1"/>
          <p:nvPr/>
        </p:nvSpPr>
        <p:spPr>
          <a:xfrm>
            <a:off x="883920" y="1747520"/>
            <a:ext cx="7477760" cy="286232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</a:rPr>
              <a:t>1 </a:t>
            </a:r>
            <a:r>
              <a:rPr lang="en-US" sz="3600" dirty="0">
                <a:solidFill>
                  <a:srgbClr val="2E8B57"/>
                </a:solidFill>
                <a:latin typeface="Consolas" panose="020B0609020204030204" pitchFamily="49" charset="0"/>
              </a:rPr>
              <a:t>#This is a comment</a:t>
            </a:r>
          </a:p>
          <a:p>
            <a:r>
              <a:rPr lang="en-US" sz="3600" dirty="0">
                <a:latin typeface="Consolas" panose="020B0609020204030204" pitchFamily="49" charset="0"/>
              </a:rPr>
              <a:t>2</a:t>
            </a:r>
          </a:p>
          <a:p>
            <a:r>
              <a:rPr lang="en-US" sz="3600" dirty="0">
                <a:latin typeface="Consolas" panose="020B0609020204030204" pitchFamily="49" charset="0"/>
              </a:rPr>
              <a:t>3 </a:t>
            </a:r>
            <a:r>
              <a:rPr lang="en-US" sz="3600" dirty="0">
                <a:solidFill>
                  <a:srgbClr val="0000FF"/>
                </a:solidFill>
                <a:latin typeface="Consolas" panose="020B0609020204030204" pitchFamily="49" charset="0"/>
              </a:rPr>
              <a:t>1+1</a:t>
            </a:r>
          </a:p>
          <a:p>
            <a:r>
              <a:rPr lang="en-US" sz="3600" dirty="0">
                <a:latin typeface="Consolas" panose="020B0609020204030204" pitchFamily="49" charset="0"/>
              </a:rPr>
              <a:t>4</a:t>
            </a:r>
          </a:p>
          <a:p>
            <a:r>
              <a:rPr lang="en-US" sz="3600" dirty="0">
                <a:latin typeface="Consolas" panose="020B0609020204030204" pitchFamily="49" charset="0"/>
              </a:rPr>
              <a:t>5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506F972-9CF2-BE6E-F4FD-B33A41A7E6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4073" y="1"/>
            <a:ext cx="1136793" cy="20278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63980B9-5E1C-F020-8DAA-A28DB92D55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94" y="6297976"/>
            <a:ext cx="392334" cy="42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988132"/>
      </p:ext>
    </p:extLst>
  </p:cSld>
  <p:clrMapOvr>
    <a:masterClrMapping/>
  </p:clrMapOvr>
  <p:transition advClick="0" advTm="5000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E55B0-5D4F-C29B-6761-D712EAE83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5BAA27E-C3F9-4704-5CB7-AD8803E80185}"/>
              </a:ext>
            </a:extLst>
          </p:cNvPr>
          <p:cNvSpPr/>
          <p:nvPr/>
        </p:nvSpPr>
        <p:spPr bwMode="auto">
          <a:xfrm>
            <a:off x="883920" y="1838960"/>
            <a:ext cx="426720" cy="2770882"/>
          </a:xfrm>
          <a:prstGeom prst="rect">
            <a:avLst/>
          </a:prstGeom>
          <a:solidFill>
            <a:srgbClr val="D9D9D9"/>
          </a:solidFill>
          <a:ln w="9525" cap="flat" cmpd="sng" algn="ctr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2E43AAB-BF57-04EE-F7E5-82A241B37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R code doesn’t have to be scary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8E6DAF-7806-996C-B74A-D9D2D17BDDED}"/>
              </a:ext>
            </a:extLst>
          </p:cNvPr>
          <p:cNvSpPr txBox="1"/>
          <p:nvPr/>
        </p:nvSpPr>
        <p:spPr>
          <a:xfrm>
            <a:off x="883920" y="1747520"/>
            <a:ext cx="7477760" cy="286232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</a:rPr>
              <a:t>1 </a:t>
            </a:r>
            <a:r>
              <a:rPr lang="en-US" sz="3600" dirty="0">
                <a:solidFill>
                  <a:srgbClr val="2E8B57"/>
                </a:solidFill>
                <a:latin typeface="Consolas" panose="020B0609020204030204" pitchFamily="49" charset="0"/>
              </a:rPr>
              <a:t>#Get the sum of 1 and 1</a:t>
            </a:r>
          </a:p>
          <a:p>
            <a:r>
              <a:rPr lang="en-US" sz="3600" dirty="0">
                <a:latin typeface="Consolas" panose="020B0609020204030204" pitchFamily="49" charset="0"/>
              </a:rPr>
              <a:t>2</a:t>
            </a:r>
          </a:p>
          <a:p>
            <a:r>
              <a:rPr lang="en-US" sz="3600" dirty="0">
                <a:latin typeface="Consolas" panose="020B0609020204030204" pitchFamily="49" charset="0"/>
              </a:rPr>
              <a:t>3 </a:t>
            </a:r>
            <a:r>
              <a:rPr lang="en-US" sz="3600" dirty="0">
                <a:solidFill>
                  <a:srgbClr val="0000FF"/>
                </a:solidFill>
                <a:latin typeface="Consolas" panose="020B0609020204030204" pitchFamily="49" charset="0"/>
              </a:rPr>
              <a:t>1+1</a:t>
            </a:r>
          </a:p>
          <a:p>
            <a:r>
              <a:rPr lang="en-US" sz="3600" dirty="0">
                <a:latin typeface="Consolas" panose="020B0609020204030204" pitchFamily="49" charset="0"/>
              </a:rPr>
              <a:t>4</a:t>
            </a:r>
          </a:p>
          <a:p>
            <a:r>
              <a:rPr lang="en-US" sz="3600" dirty="0">
                <a:latin typeface="Consolas" panose="020B0609020204030204" pitchFamily="49" charset="0"/>
              </a:rPr>
              <a:t>5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D546A55-0CD0-14FF-81C0-452B3C3251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4073" y="1"/>
            <a:ext cx="1136793" cy="20278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61533DD-85D5-9A58-BDAA-20BDC447DA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94" y="6297976"/>
            <a:ext cx="392334" cy="42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580464"/>
      </p:ext>
    </p:extLst>
  </p:cSld>
  <p:clrMapOvr>
    <a:masterClrMapping/>
  </p:clrMapOvr>
  <p:transition advClick="0" advTm="5000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DE59D-DB13-91B0-4A3F-6B823B15A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83008B3-8782-4E34-071A-2B083BE9D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Packages give you more tools to use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3DB626A-F69C-446A-5B9B-CC3B93B29E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4073" y="1"/>
            <a:ext cx="1136793" cy="2027825"/>
          </a:xfrm>
          <a:prstGeom prst="rect">
            <a:avLst/>
          </a:prstGeom>
        </p:spPr>
      </p:pic>
      <p:pic>
        <p:nvPicPr>
          <p:cNvPr id="22" name="Picture 21" descr="A Cardboard Box Ready for Delivery 48053167 PNG">
            <a:extLst>
              <a:ext uri="{FF2B5EF4-FFF2-40B4-BE49-F238E27FC236}">
                <a16:creationId xmlns:a16="http://schemas.microsoft.com/office/drawing/2014/main" id="{899DB0A6-171B-9601-BBA0-B240371FAA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426" y="2001513"/>
            <a:ext cx="1222175" cy="122217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98375E2-0B3C-DDEC-6BBF-719129969FC6}"/>
              </a:ext>
            </a:extLst>
          </p:cNvPr>
          <p:cNvSpPr txBox="1"/>
          <p:nvPr/>
        </p:nvSpPr>
        <p:spPr>
          <a:xfrm>
            <a:off x="2320326" y="2320212"/>
            <a:ext cx="30888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haven package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32605D9-9EC0-46AC-78D6-C318FC05D92A}"/>
              </a:ext>
            </a:extLst>
          </p:cNvPr>
          <p:cNvSpPr txBox="1"/>
          <p:nvPr/>
        </p:nvSpPr>
        <p:spPr>
          <a:xfrm>
            <a:off x="2320326" y="3890334"/>
            <a:ext cx="36044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tidyverse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package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83709F-EA58-5C47-99F7-353CAE87CA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94" y="6297976"/>
            <a:ext cx="392334" cy="422864"/>
          </a:xfrm>
          <a:prstGeom prst="rect">
            <a:avLst/>
          </a:prstGeom>
        </p:spPr>
      </p:pic>
      <p:pic>
        <p:nvPicPr>
          <p:cNvPr id="6" name="Picture 5" descr="A Cardboard Box Ready for Delivery 48053167 PNG">
            <a:extLst>
              <a:ext uri="{FF2B5EF4-FFF2-40B4-BE49-F238E27FC236}">
                <a16:creationId xmlns:a16="http://schemas.microsoft.com/office/drawing/2014/main" id="{7AA91D5D-1FE2-9C37-B9FA-6A30E15D06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427" y="3571635"/>
            <a:ext cx="1222175" cy="122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277812"/>
      </p:ext>
    </p:extLst>
  </p:cSld>
  <p:clrMapOvr>
    <a:masterClrMapping/>
  </p:clrMapOvr>
  <p:transition advClick="0" advTm="5000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39C07-DDAB-CF68-F01D-9F789F1D8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1C9F64-7899-55D8-A9CE-1B6A15F685F4}"/>
              </a:ext>
            </a:extLst>
          </p:cNvPr>
          <p:cNvSpPr/>
          <p:nvPr/>
        </p:nvSpPr>
        <p:spPr bwMode="auto">
          <a:xfrm>
            <a:off x="883920" y="1838960"/>
            <a:ext cx="426720" cy="2770882"/>
          </a:xfrm>
          <a:prstGeom prst="rect">
            <a:avLst/>
          </a:prstGeom>
          <a:solidFill>
            <a:srgbClr val="D9D9D9"/>
          </a:solidFill>
          <a:ln w="9525" cap="flat" cmpd="sng" algn="ctr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3A57B93-FAA8-B306-F79D-6B3C7328A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R code doesn’t have to be scary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846C11-7F03-1DCD-5DE8-2A82EBB45606}"/>
              </a:ext>
            </a:extLst>
          </p:cNvPr>
          <p:cNvSpPr txBox="1"/>
          <p:nvPr/>
        </p:nvSpPr>
        <p:spPr>
          <a:xfrm>
            <a:off x="883920" y="1747520"/>
            <a:ext cx="9357360" cy="286232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Consolas" panose="020B0609020204030204" pitchFamily="49" charset="0"/>
              </a:rPr>
              <a:t>1 </a:t>
            </a:r>
            <a:r>
              <a:rPr lang="en-US" sz="3600" dirty="0">
                <a:solidFill>
                  <a:srgbClr val="2E8B57"/>
                </a:solidFill>
                <a:latin typeface="Consolas" panose="020B0609020204030204" pitchFamily="49" charset="0"/>
              </a:rPr>
              <a:t>#Install the dplyr package</a:t>
            </a:r>
          </a:p>
          <a:p>
            <a:r>
              <a:rPr lang="en-US" sz="3600" dirty="0">
                <a:latin typeface="Consolas" panose="020B0609020204030204" pitchFamily="49" charset="0"/>
              </a:rPr>
              <a:t>2</a:t>
            </a:r>
          </a:p>
          <a:p>
            <a:r>
              <a:rPr lang="en-US" sz="3600" dirty="0">
                <a:latin typeface="Consolas" panose="020B0609020204030204" pitchFamily="49" charset="0"/>
              </a:rPr>
              <a:t>3 install.packages</a:t>
            </a:r>
            <a:r>
              <a:rPr lang="en-US" sz="3600" dirty="0">
                <a:solidFill>
                  <a:srgbClr val="2E8B57"/>
                </a:solidFill>
                <a:latin typeface="Consolas" panose="020B0609020204030204" pitchFamily="49" charset="0"/>
              </a:rPr>
              <a:t>(“dplyr”)</a:t>
            </a:r>
          </a:p>
          <a:p>
            <a:r>
              <a:rPr lang="en-US" sz="3600" dirty="0">
                <a:latin typeface="Consolas" panose="020B0609020204030204" pitchFamily="49" charset="0"/>
              </a:rPr>
              <a:t>4</a:t>
            </a:r>
          </a:p>
          <a:p>
            <a:r>
              <a:rPr lang="en-US" sz="3600" dirty="0">
                <a:latin typeface="Consolas" panose="020B0609020204030204" pitchFamily="49" charset="0"/>
              </a:rPr>
              <a:t>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9E4258-A353-7606-7376-EA0BD03288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7903" y="1747520"/>
            <a:ext cx="1559213" cy="7416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484E0A7-68E7-B1CC-37DF-AE0E23BA26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4073" y="1"/>
            <a:ext cx="1136793" cy="20278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94BEBA-4EBF-E994-AE50-C97A35F950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94" y="6297976"/>
            <a:ext cx="392334" cy="42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254676"/>
      </p:ext>
    </p:extLst>
  </p:cSld>
  <p:clrMapOvr>
    <a:masterClrMapping/>
  </p:clrMapOvr>
  <p:transition advClick="0" advTm="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316CE-3C5A-35B6-D329-331D74786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9A4B6F3-1C19-D2AF-2A97-E64709DB09CB}"/>
              </a:ext>
            </a:extLst>
          </p:cNvPr>
          <p:cNvSpPr/>
          <p:nvPr/>
        </p:nvSpPr>
        <p:spPr bwMode="auto">
          <a:xfrm>
            <a:off x="883920" y="1838960"/>
            <a:ext cx="426720" cy="2216884"/>
          </a:xfrm>
          <a:prstGeom prst="rect">
            <a:avLst/>
          </a:prstGeom>
          <a:solidFill>
            <a:srgbClr val="D9D9D9"/>
          </a:solidFill>
          <a:ln w="9525" cap="flat" cmpd="sng" algn="ctr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697917F-A1B7-D726-D4C4-BCA2B3ACF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R code doesn’t have to be scary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CA1F7E-9041-E061-D0CD-C16EF8D1C443}"/>
              </a:ext>
            </a:extLst>
          </p:cNvPr>
          <p:cNvSpPr txBox="1"/>
          <p:nvPr/>
        </p:nvSpPr>
        <p:spPr>
          <a:xfrm>
            <a:off x="883920" y="1747520"/>
            <a:ext cx="10118792" cy="230832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1 </a:t>
            </a:r>
            <a:r>
              <a:rPr lang="en-US" sz="2400" dirty="0">
                <a:solidFill>
                  <a:srgbClr val="2E8B57"/>
                </a:solidFill>
                <a:latin typeface="Consolas" panose="020B0609020204030204" pitchFamily="49" charset="0"/>
              </a:rPr>
              <a:t>#Create a new dataset called </a:t>
            </a:r>
            <a:r>
              <a:rPr lang="en-US" sz="2400" dirty="0" err="1">
                <a:solidFill>
                  <a:srgbClr val="2E8B57"/>
                </a:solidFill>
                <a:latin typeface="Consolas" panose="020B0609020204030204" pitchFamily="49" charset="0"/>
              </a:rPr>
              <a:t>psych_students</a:t>
            </a:r>
            <a:r>
              <a:rPr lang="en-US" sz="2400" dirty="0">
                <a:solidFill>
                  <a:srgbClr val="2E8B57"/>
                </a:solidFill>
                <a:latin typeface="Consolas" panose="020B0609020204030204" pitchFamily="49" charset="0"/>
              </a:rPr>
              <a:t>.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2 </a:t>
            </a:r>
            <a:r>
              <a:rPr lang="en-US" sz="2400" dirty="0">
                <a:solidFill>
                  <a:srgbClr val="2E8B57"/>
                </a:solidFill>
                <a:latin typeface="Consolas" panose="020B0609020204030204" pitchFamily="49" charset="0"/>
              </a:rPr>
              <a:t>#Keep only students whose major is psychology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3</a:t>
            </a:r>
            <a:r>
              <a:rPr lang="en-US" sz="2400" dirty="0">
                <a:solidFill>
                  <a:srgbClr val="2E8B57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4 </a:t>
            </a:r>
            <a:r>
              <a:rPr lang="en-US" sz="2400" dirty="0" err="1">
                <a:latin typeface="Consolas" panose="020B0609020204030204" pitchFamily="49" charset="0"/>
              </a:rPr>
              <a:t>psych_students</a:t>
            </a:r>
            <a:r>
              <a:rPr lang="en-US" sz="2400" dirty="0">
                <a:latin typeface="Consolas" panose="020B0609020204030204" pitchFamily="49" charset="0"/>
              </a:rPr>
              <a:t> &lt;- </a:t>
            </a:r>
            <a:r>
              <a:rPr lang="en-US" sz="2400" dirty="0" err="1">
                <a:latin typeface="Consolas" panose="020B0609020204030204" pitchFamily="49" charset="0"/>
              </a:rPr>
              <a:t>student_data</a:t>
            </a:r>
            <a:r>
              <a:rPr lang="en-US" sz="2400" dirty="0">
                <a:latin typeface="Consolas" panose="020B0609020204030204" pitchFamily="49" charset="0"/>
              </a:rPr>
              <a:t> %&gt;%</a:t>
            </a:r>
            <a:endParaRPr lang="en-US" sz="2400" dirty="0">
              <a:solidFill>
                <a:srgbClr val="2E8B57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</a:rPr>
              <a:t>5			    filter(major==“Psychology”)		</a:t>
            </a:r>
          </a:p>
          <a:p>
            <a:r>
              <a:rPr lang="en-US" sz="2400" dirty="0">
                <a:latin typeface="Consolas" panose="020B0609020204030204" pitchFamily="49" charset="0"/>
              </a:rPr>
              <a:t>6</a:t>
            </a:r>
            <a:endParaRPr lang="en-US" sz="3600" dirty="0">
              <a:latin typeface="Consolas" panose="020B06090202040302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80C693-FAA5-182C-6CE7-C70D935FE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0788" y="4003960"/>
            <a:ext cx="1273729" cy="60588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8510B7A-D6C6-A057-88F8-481A42AF64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4073" y="1"/>
            <a:ext cx="1136793" cy="20278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0DDE07-8C40-E590-39D4-E2FFC16861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94" y="6297976"/>
            <a:ext cx="392334" cy="42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542976"/>
      </p:ext>
    </p:extLst>
  </p:cSld>
  <p:clrMapOvr>
    <a:masterClrMapping/>
  </p:clrMapOvr>
  <p:transition advClick="0" advTm="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18DCC8F8-DF86-1FD6-431A-3B98E543443E}"/>
              </a:ext>
            </a:extLst>
          </p:cNvPr>
          <p:cNvSpPr txBox="1">
            <a:spLocks/>
          </p:cNvSpPr>
          <p:nvPr/>
        </p:nvSpPr>
        <p:spPr>
          <a:xfrm>
            <a:off x="2084614" y="2797175"/>
            <a:ext cx="8022772" cy="63182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ヒラギノ角ゴ Pro W3" charset="0"/>
                <a:cs typeface="ヒラギノ角ゴ Pro W3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ヒラギノ角ゴ Pro W3" charset="0"/>
                <a:cs typeface="ヒラギノ角ゴ Pro W3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ヒラギノ角ゴ Pro W3" charset="0"/>
                <a:cs typeface="ヒラギノ角ゴ Pro W3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ヒラギノ角ゴ Pro W3" charset="0"/>
                <a:cs typeface="ヒラギノ角ゴ Pro W3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r>
              <a:rPr lang="en-US" sz="5400" kern="0" dirty="0"/>
              <a:t>Let’s start writing code!</a:t>
            </a:r>
          </a:p>
        </p:txBody>
      </p:sp>
    </p:spTree>
    <p:extLst>
      <p:ext uri="{BB962C8B-B14F-4D97-AF65-F5344CB8AC3E}">
        <p14:creationId xmlns:p14="http://schemas.microsoft.com/office/powerpoint/2010/main" val="1814676215"/>
      </p:ext>
    </p:extLst>
  </p:cSld>
  <p:clrMapOvr>
    <a:masterClrMapping/>
  </p:clrMapOvr>
  <p:transition advClick="0" advTm="5000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68919-8EAC-70BC-9DB6-124D87609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6A475A40-CCC9-206E-8F98-71C91682E606}"/>
              </a:ext>
            </a:extLst>
          </p:cNvPr>
          <p:cNvSpPr txBox="1">
            <a:spLocks/>
          </p:cNvSpPr>
          <p:nvPr/>
        </p:nvSpPr>
        <p:spPr>
          <a:xfrm>
            <a:off x="3476959" y="2797175"/>
            <a:ext cx="5238081" cy="63182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ヒラギノ角ゴ Pro W3" charset="0"/>
                <a:cs typeface="ヒラギノ角ゴ Pro W3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ヒラギノ角ゴ Pro W3" charset="0"/>
                <a:cs typeface="ヒラギノ角ゴ Pro W3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ヒラギノ角ゴ Pro W3" charset="0"/>
                <a:cs typeface="ヒラギノ角ゴ Pro W3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ヒラギノ角ゴ Pro W3" charset="0"/>
                <a:cs typeface="ヒラギノ角ゴ Pro W3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r>
              <a:rPr lang="en-US" sz="5400" kern="0" dirty="0"/>
              <a:t>bit.ly/CAIR2026</a:t>
            </a:r>
          </a:p>
        </p:txBody>
      </p:sp>
    </p:spTree>
    <p:extLst>
      <p:ext uri="{BB962C8B-B14F-4D97-AF65-F5344CB8AC3E}">
        <p14:creationId xmlns:p14="http://schemas.microsoft.com/office/powerpoint/2010/main" val="3442202557"/>
      </p:ext>
    </p:extLst>
  </p:cSld>
  <p:clrMapOvr>
    <a:masterClrMapping/>
  </p:clrMapOvr>
  <p:transition advClick="0" advTm="5000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8967F-58AC-2A9B-1CD1-45BC7E234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3B95B-AB8A-479B-A2CE-94106512A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24" y="-69574"/>
            <a:ext cx="10668000" cy="1216025"/>
          </a:xfrm>
        </p:spPr>
        <p:txBody>
          <a:bodyPr/>
          <a:lstStyle/>
          <a:p>
            <a:r>
              <a:rPr lang="en-US" dirty="0"/>
              <a:t>Download </a:t>
            </a:r>
            <a:r>
              <a:rPr lang="en-US" dirty="0">
                <a:solidFill>
                  <a:srgbClr val="C00000"/>
                </a:solidFill>
              </a:rPr>
              <a:t>IR101_Script.R </a:t>
            </a:r>
            <a:r>
              <a:rPr lang="en-US" dirty="0"/>
              <a:t>to your computer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659B78-3C66-EA0E-55B6-9F8C306A81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94" y="6297976"/>
            <a:ext cx="392334" cy="4228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E704AD-5D6C-9AE2-F7A2-C21F43F90E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6451"/>
            <a:ext cx="11775440" cy="515732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8937236-7A1B-88EC-E06D-7DD253C589F3}"/>
              </a:ext>
            </a:extLst>
          </p:cNvPr>
          <p:cNvSpPr/>
          <p:nvPr/>
        </p:nvSpPr>
        <p:spPr bwMode="auto">
          <a:xfrm rot="5400000">
            <a:off x="2174448" y="2418290"/>
            <a:ext cx="416560" cy="2956142"/>
          </a:xfrm>
          <a:prstGeom prst="rect">
            <a:avLst/>
          </a:prstGeom>
          <a:noFill/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8595920"/>
      </p:ext>
    </p:extLst>
  </p:cSld>
  <p:clrMapOvr>
    <a:masterClrMapping/>
  </p:clrMapOvr>
  <p:transition advClick="0" advTm="5000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E60B1-871D-6C7E-4164-11BFEDD73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EDC39E9-D10A-7D26-A37E-F4B5AB123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6444"/>
            <a:ext cx="12218003" cy="507153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650D9BA-F6EE-4DA5-BF32-CEB8D412176F}"/>
              </a:ext>
            </a:extLst>
          </p:cNvPr>
          <p:cNvSpPr/>
          <p:nvPr/>
        </p:nvSpPr>
        <p:spPr bwMode="auto">
          <a:xfrm rot="5400000">
            <a:off x="7762267" y="3169952"/>
            <a:ext cx="700985" cy="1046480"/>
          </a:xfrm>
          <a:prstGeom prst="rect">
            <a:avLst/>
          </a:prstGeom>
          <a:noFill/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088F81-4B35-A7A2-05A5-1C6106274C50}"/>
              </a:ext>
            </a:extLst>
          </p:cNvPr>
          <p:cNvSpPr txBox="1"/>
          <p:nvPr/>
        </p:nvSpPr>
        <p:spPr>
          <a:xfrm>
            <a:off x="6656051" y="5928644"/>
            <a:ext cx="1697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 pane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4AD498-B90B-BE43-976D-4D12A7BFB2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94" y="6297976"/>
            <a:ext cx="392334" cy="4228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978C522-1333-2E68-3BCE-1BA11F45A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24" y="-69574"/>
            <a:ext cx="10668000" cy="1216025"/>
          </a:xfrm>
        </p:spPr>
        <p:txBody>
          <a:bodyPr/>
          <a:lstStyle/>
          <a:p>
            <a:r>
              <a:rPr lang="en-US" dirty="0"/>
              <a:t>Click Upload and then Choose File</a:t>
            </a:r>
          </a:p>
        </p:txBody>
      </p:sp>
    </p:spTree>
    <p:extLst>
      <p:ext uri="{BB962C8B-B14F-4D97-AF65-F5344CB8AC3E}">
        <p14:creationId xmlns:p14="http://schemas.microsoft.com/office/powerpoint/2010/main" val="288563684"/>
      </p:ext>
    </p:extLst>
  </p:cSld>
  <p:clrMapOvr>
    <a:masterClrMapping/>
  </p:clrMapOvr>
  <p:transition advClick="0" advTm="5000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E5907-FEEB-F80D-934F-F0124163F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D3183FC-140E-9CAB-FA3B-91FEDB396C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94" y="6297976"/>
            <a:ext cx="392334" cy="4228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6DB100-55B3-DFDF-626D-B338DD607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24" y="-69574"/>
            <a:ext cx="10668000" cy="1216025"/>
          </a:xfrm>
        </p:spPr>
        <p:txBody>
          <a:bodyPr/>
          <a:lstStyle/>
          <a:p>
            <a:r>
              <a:rPr lang="en-US" dirty="0"/>
              <a:t>Click Upload and then Choose File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4BC01C-E361-F85B-E0D3-61EA3C009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684" y="1250761"/>
            <a:ext cx="11277836" cy="504721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0BAA3C4-FC54-F088-7E37-1F44BD1D3B17}"/>
              </a:ext>
            </a:extLst>
          </p:cNvPr>
          <p:cNvSpPr/>
          <p:nvPr/>
        </p:nvSpPr>
        <p:spPr bwMode="auto">
          <a:xfrm rot="5400000">
            <a:off x="5217189" y="3154713"/>
            <a:ext cx="467302" cy="1554480"/>
          </a:xfrm>
          <a:prstGeom prst="rect">
            <a:avLst/>
          </a:prstGeom>
          <a:noFill/>
          <a:ln w="762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1652854"/>
      </p:ext>
    </p:extLst>
  </p:cSld>
  <p:clrMapOvr>
    <a:masterClrMapping/>
  </p:clrMapOvr>
  <p:transition advClick="0" advTm="5000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F2755-6406-965A-80CF-8E5703CB7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0BFDE727-5B34-CBBC-164C-F5B9AF1DED9D}"/>
              </a:ext>
            </a:extLst>
          </p:cNvPr>
          <p:cNvSpPr txBox="1">
            <a:spLocks/>
          </p:cNvSpPr>
          <p:nvPr/>
        </p:nvSpPr>
        <p:spPr>
          <a:xfrm>
            <a:off x="2827579" y="2797175"/>
            <a:ext cx="6536841" cy="63182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ヒラギノ角ゴ Pro W3" charset="0"/>
                <a:cs typeface="ヒラギノ角ゴ Pro W3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ヒラギノ角ゴ Pro W3" charset="0"/>
                <a:cs typeface="ヒラギノ角ゴ Pro W3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ヒラギノ角ゴ Pro W3" charset="0"/>
                <a:cs typeface="ヒラギノ角ゴ Pro W3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  <a:ea typeface="ヒラギノ角ゴ Pro W3" charset="0"/>
                <a:cs typeface="ヒラギノ角ゴ Pro W3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r>
              <a:rPr lang="en-US" sz="5400" kern="0" dirty="0"/>
              <a:t>[Switch to RStudio]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748641-8DD8-CED1-D1A7-5E0CD1F54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94" y="6297976"/>
            <a:ext cx="392334" cy="42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202042"/>
      </p:ext>
    </p:extLst>
  </p:cSld>
  <p:clrMapOvr>
    <a:masterClrMapping/>
  </p:clrMapOvr>
  <p:transition advClick="0" advTm="5000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A34A7-B5D2-F461-69C6-1A78138BE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hlinkClick r:id="" action="ppaction://ole?verb=0"/>
            <a:extLst>
              <a:ext uri="{FF2B5EF4-FFF2-40B4-BE49-F238E27FC236}">
                <a16:creationId xmlns:a16="http://schemas.microsoft.com/office/drawing/2014/main" id="{47E2C59F-9F68-6B9B-B304-98331D42FD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0556360"/>
              </p:ext>
            </p:extLst>
          </p:nvPr>
        </p:nvGraphicFramePr>
        <p:xfrm>
          <a:off x="857568" y="345005"/>
          <a:ext cx="10476863" cy="5893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resentation" r:id="rId2" imgW="9144085" imgH="5143484" progId="PowerPoint.Show.12">
                  <p:embed/>
                </p:oleObj>
              </mc:Choice>
              <mc:Fallback>
                <p:oleObj name="Presentation" r:id="rId2" imgW="9144085" imgH="5143484" progId="PowerPoint.Show.12">
                  <p:embed/>
                  <p:pic>
                    <p:nvPicPr>
                      <p:cNvPr id="3" name="Object 2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47E2C59F-9F68-6B9B-B304-98331D42FD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57568" y="345005"/>
                        <a:ext cx="10476863" cy="58932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26EA06BA-7D13-EBE1-6D35-4291E7FF08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94" y="6297976"/>
            <a:ext cx="392334" cy="42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356921"/>
      </p:ext>
    </p:extLst>
  </p:cSld>
  <p:clrMapOvr>
    <a:masterClrMapping/>
  </p:clrMapOvr>
  <p:transition advClick="0" advTm="5000"/>
</p:sld>
</file>

<file path=ppt/theme/theme1.xml><?xml version="1.0" encoding="utf-8"?>
<a:theme xmlns:a="http://schemas.openxmlformats.org/drawingml/2006/main" name="FCC design template">
  <a:themeElements>
    <a:clrScheme name="FCC design templat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FCC design templat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FCC design templat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CC design templat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CC design templat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CC design templat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CC design templat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CC design templat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CC design templat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CC design templat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CC design templat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CC_Template.pot [Compatibility Mode]" id="{72697DDE-27B8-48CF-935C-6F868A5EED8D}" vid="{8498A276-1F8D-4676-926B-4C1061C416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FCC_Template</Template>
  <TotalTime>1792</TotalTime>
  <Words>382</Words>
  <Application>Microsoft Office PowerPoint</Application>
  <PresentationFormat>Widescreen</PresentationFormat>
  <Paragraphs>95</Paragraphs>
  <Slides>29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Calibri</vt:lpstr>
      <vt:lpstr>Consolas</vt:lpstr>
      <vt:lpstr>Helvetica</vt:lpstr>
      <vt:lpstr>Verdana</vt:lpstr>
      <vt:lpstr>Wingdings</vt:lpstr>
      <vt:lpstr>FCC design template</vt:lpstr>
      <vt:lpstr>Presentation</vt:lpstr>
      <vt:lpstr>IR 101: Getting Started with R and RStudio</vt:lpstr>
      <vt:lpstr>Learning Outcomes</vt:lpstr>
      <vt:lpstr>Why learn R?</vt:lpstr>
      <vt:lpstr>R and RStudio are not the same</vt:lpstr>
      <vt:lpstr>Step 1: Go to posit.cloud</vt:lpstr>
      <vt:lpstr>Step 2: Select the free plan</vt:lpstr>
      <vt:lpstr>Step 3: Click sign up</vt:lpstr>
      <vt:lpstr>Step 4: Enter your information</vt:lpstr>
      <vt:lpstr>Step 5: Select New Project at top right</vt:lpstr>
      <vt:lpstr>Step 6: Select New RStudio Project</vt:lpstr>
      <vt:lpstr>This is the RStudio Environment</vt:lpstr>
      <vt:lpstr>Step 7: Hit green plus sign at top left</vt:lpstr>
      <vt:lpstr>Step 8: Select ‘R Script’</vt:lpstr>
      <vt:lpstr>PowerPoint Presentation</vt:lpstr>
      <vt:lpstr>PowerPoint Presentation</vt:lpstr>
      <vt:lpstr>PowerPoint Presentation</vt:lpstr>
      <vt:lpstr>PowerPoint Presentation</vt:lpstr>
      <vt:lpstr>Writing R code doesn’t have to be scary</vt:lpstr>
      <vt:lpstr>Writing R code doesn’t have to be scary</vt:lpstr>
      <vt:lpstr>Packages give you more tools to use</vt:lpstr>
      <vt:lpstr>Writing R code doesn’t have to be scary</vt:lpstr>
      <vt:lpstr>Writing R code doesn’t have to be scary</vt:lpstr>
      <vt:lpstr>PowerPoint Presentation</vt:lpstr>
      <vt:lpstr>PowerPoint Presentation</vt:lpstr>
      <vt:lpstr>Download IR101_Script.R to your computer</vt:lpstr>
      <vt:lpstr>Click Upload and then Choose File</vt:lpstr>
      <vt:lpstr>Click Upload and then Choose File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Gonzalez</dc:creator>
  <cp:lastModifiedBy>Michael Gonzalez</cp:lastModifiedBy>
  <cp:revision>1</cp:revision>
  <cp:lastPrinted>2017-01-05T15:13:10Z</cp:lastPrinted>
  <dcterms:created xsi:type="dcterms:W3CDTF">2026-08-26T19:00:20Z</dcterms:created>
  <dcterms:modified xsi:type="dcterms:W3CDTF">2026-10-28T17:55:44Z</dcterms:modified>
</cp:coreProperties>
</file>